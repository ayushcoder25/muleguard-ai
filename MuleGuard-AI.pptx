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embeddedFontLs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42432" y="11032807"/>
            <a:ext cx="10298430" cy="3815715"/>
            <a:chOff x="0" y="0"/>
            <a:chExt cx="13731240" cy="50876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9119" y="50447"/>
              <a:ext cx="13635487" cy="4986612"/>
            </a:xfrm>
            <a:custGeom>
              <a:avLst/>
              <a:gdLst/>
              <a:ahLst/>
              <a:cxnLst/>
              <a:rect r="r" b="b" t="t" l="l"/>
              <a:pathLst>
                <a:path h="4986612" w="13635487">
                  <a:moveTo>
                    <a:pt x="5658261" y="1799943"/>
                  </a:moveTo>
                  <a:cubicBezTo>
                    <a:pt x="6519321" y="1604363"/>
                    <a:pt x="6968901" y="1479903"/>
                    <a:pt x="7346091" y="1394813"/>
                  </a:cubicBezTo>
                  <a:cubicBezTo>
                    <a:pt x="7715661" y="1309723"/>
                    <a:pt x="8031891" y="1237333"/>
                    <a:pt x="8448451" y="1168753"/>
                  </a:cubicBezTo>
                  <a:cubicBezTo>
                    <a:pt x="8986931" y="1079853"/>
                    <a:pt x="9868311" y="983333"/>
                    <a:pt x="10310271" y="937613"/>
                  </a:cubicBezTo>
                  <a:cubicBezTo>
                    <a:pt x="10552841" y="912213"/>
                    <a:pt x="10688731" y="909673"/>
                    <a:pt x="10876691" y="889353"/>
                  </a:cubicBezTo>
                  <a:cubicBezTo>
                    <a:pt x="11065921" y="870303"/>
                    <a:pt x="11351671" y="818233"/>
                    <a:pt x="11443111" y="818233"/>
                  </a:cubicBezTo>
                  <a:cubicBezTo>
                    <a:pt x="11473591" y="818233"/>
                    <a:pt x="11483751" y="818233"/>
                    <a:pt x="11502801" y="827123"/>
                  </a:cubicBezTo>
                  <a:cubicBezTo>
                    <a:pt x="11525661" y="837283"/>
                    <a:pt x="11554871" y="863953"/>
                    <a:pt x="11567571" y="886813"/>
                  </a:cubicBezTo>
                  <a:cubicBezTo>
                    <a:pt x="11579001" y="904593"/>
                    <a:pt x="11582811" y="923643"/>
                    <a:pt x="11581541" y="943963"/>
                  </a:cubicBezTo>
                  <a:cubicBezTo>
                    <a:pt x="11579001" y="969363"/>
                    <a:pt x="11567571" y="1006193"/>
                    <a:pt x="11548521" y="1026513"/>
                  </a:cubicBezTo>
                  <a:cubicBezTo>
                    <a:pt x="11529471" y="1046833"/>
                    <a:pt x="11515501" y="1054453"/>
                    <a:pt x="11469781" y="1067153"/>
                  </a:cubicBezTo>
                  <a:cubicBezTo>
                    <a:pt x="11265311" y="1124303"/>
                    <a:pt x="10267091" y="1143353"/>
                    <a:pt x="9698131" y="1219553"/>
                  </a:cubicBezTo>
                  <a:cubicBezTo>
                    <a:pt x="9162191" y="1291943"/>
                    <a:pt x="8684671" y="1388463"/>
                    <a:pt x="8146191" y="1502763"/>
                  </a:cubicBezTo>
                  <a:cubicBezTo>
                    <a:pt x="7553101" y="1629763"/>
                    <a:pt x="6926991" y="1777083"/>
                    <a:pt x="6286911" y="1957423"/>
                  </a:cubicBezTo>
                  <a:cubicBezTo>
                    <a:pt x="5585871" y="2154273"/>
                    <a:pt x="4856891" y="2398113"/>
                    <a:pt x="4108861" y="2654653"/>
                  </a:cubicBezTo>
                  <a:cubicBezTo>
                    <a:pt x="3301141" y="2932783"/>
                    <a:pt x="2125121" y="3372203"/>
                    <a:pt x="1612041" y="3572863"/>
                  </a:cubicBezTo>
                  <a:cubicBezTo>
                    <a:pt x="1380901" y="3664303"/>
                    <a:pt x="1222151" y="3720183"/>
                    <a:pt x="1112931" y="3782413"/>
                  </a:cubicBezTo>
                  <a:cubicBezTo>
                    <a:pt x="1054511" y="3816703"/>
                    <a:pt x="1021491" y="3862423"/>
                    <a:pt x="985931" y="3877663"/>
                  </a:cubicBezTo>
                  <a:cubicBezTo>
                    <a:pt x="964341" y="3886553"/>
                    <a:pt x="949101" y="3889093"/>
                    <a:pt x="928781" y="3886553"/>
                  </a:cubicBezTo>
                  <a:cubicBezTo>
                    <a:pt x="904651" y="3882743"/>
                    <a:pt x="870361" y="3866233"/>
                    <a:pt x="852581" y="3848453"/>
                  </a:cubicBezTo>
                  <a:cubicBezTo>
                    <a:pt x="837341" y="3835753"/>
                    <a:pt x="828451" y="3819243"/>
                    <a:pt x="823371" y="3798923"/>
                  </a:cubicBezTo>
                  <a:cubicBezTo>
                    <a:pt x="818291" y="3774793"/>
                    <a:pt x="819561" y="3737963"/>
                    <a:pt x="830991" y="3713833"/>
                  </a:cubicBezTo>
                  <a:cubicBezTo>
                    <a:pt x="842421" y="3689703"/>
                    <a:pt x="857661" y="3674463"/>
                    <a:pt x="893221" y="3655413"/>
                  </a:cubicBezTo>
                  <a:cubicBezTo>
                    <a:pt x="987201" y="3603343"/>
                    <a:pt x="1220881" y="3594453"/>
                    <a:pt x="1488851" y="3503013"/>
                  </a:cubicBezTo>
                  <a:cubicBezTo>
                    <a:pt x="2085751" y="3301083"/>
                    <a:pt x="3612291" y="2570833"/>
                    <a:pt x="4313331" y="2299053"/>
                  </a:cubicBezTo>
                  <a:cubicBezTo>
                    <a:pt x="4722271" y="2141573"/>
                    <a:pt x="4983891" y="2079343"/>
                    <a:pt x="5295041" y="1958693"/>
                  </a:cubicBezTo>
                  <a:cubicBezTo>
                    <a:pt x="5584601" y="1846933"/>
                    <a:pt x="5872891" y="1703423"/>
                    <a:pt x="6125621" y="1606903"/>
                  </a:cubicBezTo>
                  <a:cubicBezTo>
                    <a:pt x="6332631" y="1528163"/>
                    <a:pt x="6493921" y="1484983"/>
                    <a:pt x="6698391" y="1411323"/>
                  </a:cubicBezTo>
                  <a:cubicBezTo>
                    <a:pt x="6935881" y="1326233"/>
                    <a:pt x="7334661" y="1143353"/>
                    <a:pt x="7465471" y="1123033"/>
                  </a:cubicBezTo>
                  <a:cubicBezTo>
                    <a:pt x="7508651" y="1115413"/>
                    <a:pt x="7528971" y="1115413"/>
                    <a:pt x="7554371" y="1125573"/>
                  </a:cubicBezTo>
                  <a:cubicBezTo>
                    <a:pt x="7579771" y="1137003"/>
                    <a:pt x="7607711" y="1162403"/>
                    <a:pt x="7619141" y="1187803"/>
                  </a:cubicBezTo>
                  <a:cubicBezTo>
                    <a:pt x="7630571" y="1213203"/>
                    <a:pt x="7634381" y="1250033"/>
                    <a:pt x="7626761" y="1276703"/>
                  </a:cubicBezTo>
                  <a:cubicBezTo>
                    <a:pt x="7619141" y="1303373"/>
                    <a:pt x="7602631" y="1327503"/>
                    <a:pt x="7573421" y="1347823"/>
                  </a:cubicBezTo>
                  <a:cubicBezTo>
                    <a:pt x="7521351" y="1382113"/>
                    <a:pt x="7409591" y="1387193"/>
                    <a:pt x="7314341" y="1418943"/>
                  </a:cubicBezTo>
                  <a:cubicBezTo>
                    <a:pt x="7189881" y="1459583"/>
                    <a:pt x="7081931" y="1504033"/>
                    <a:pt x="6895241" y="1582773"/>
                  </a:cubicBezTo>
                  <a:cubicBezTo>
                    <a:pt x="6509161" y="1747873"/>
                    <a:pt x="5668421" y="2103473"/>
                    <a:pt x="5129941" y="2394303"/>
                  </a:cubicBezTo>
                  <a:cubicBezTo>
                    <a:pt x="4648611" y="2654653"/>
                    <a:pt x="3964081" y="3090263"/>
                    <a:pt x="3806601" y="3227423"/>
                  </a:cubicBezTo>
                  <a:cubicBezTo>
                    <a:pt x="3765961" y="3261713"/>
                    <a:pt x="3759611" y="3289653"/>
                    <a:pt x="3740561" y="3303623"/>
                  </a:cubicBezTo>
                  <a:cubicBezTo>
                    <a:pt x="3730401" y="3309973"/>
                    <a:pt x="3725321" y="3312513"/>
                    <a:pt x="3713891" y="3315053"/>
                  </a:cubicBezTo>
                  <a:cubicBezTo>
                    <a:pt x="3692301" y="3318863"/>
                    <a:pt x="3650391" y="3320133"/>
                    <a:pt x="3626261" y="3308703"/>
                  </a:cubicBezTo>
                  <a:cubicBezTo>
                    <a:pt x="3600861" y="3296003"/>
                    <a:pt x="3575461" y="3270603"/>
                    <a:pt x="3565301" y="3245203"/>
                  </a:cubicBezTo>
                  <a:cubicBezTo>
                    <a:pt x="3553871" y="3219803"/>
                    <a:pt x="3552601" y="3182973"/>
                    <a:pt x="3561491" y="3157573"/>
                  </a:cubicBezTo>
                  <a:cubicBezTo>
                    <a:pt x="3569111" y="3130903"/>
                    <a:pt x="3584351" y="3108043"/>
                    <a:pt x="3616101" y="3088993"/>
                  </a:cubicBezTo>
                  <a:cubicBezTo>
                    <a:pt x="3683411" y="3049623"/>
                    <a:pt x="3851051" y="3061053"/>
                    <a:pt x="3992021" y="3024223"/>
                  </a:cubicBezTo>
                  <a:cubicBezTo>
                    <a:pt x="4179981" y="2975963"/>
                    <a:pt x="4385721" y="2890873"/>
                    <a:pt x="4638451" y="2795623"/>
                  </a:cubicBezTo>
                  <a:cubicBezTo>
                    <a:pt x="5005481" y="2655923"/>
                    <a:pt x="5536341" y="2437483"/>
                    <a:pt x="5974491" y="2254603"/>
                  </a:cubicBezTo>
                  <a:cubicBezTo>
                    <a:pt x="6402481" y="2075533"/>
                    <a:pt x="6759351" y="1910433"/>
                    <a:pt x="7238141" y="1708503"/>
                  </a:cubicBezTo>
                  <a:cubicBezTo>
                    <a:pt x="7862981" y="1446883"/>
                    <a:pt x="8814211" y="1062073"/>
                    <a:pt x="9407301" y="827123"/>
                  </a:cubicBezTo>
                  <a:cubicBezTo>
                    <a:pt x="9817511" y="664563"/>
                    <a:pt x="10293761" y="452473"/>
                    <a:pt x="10449971" y="421993"/>
                  </a:cubicBezTo>
                  <a:cubicBezTo>
                    <a:pt x="10493151" y="414373"/>
                    <a:pt x="10509661" y="411833"/>
                    <a:pt x="10535061" y="420723"/>
                  </a:cubicBezTo>
                  <a:cubicBezTo>
                    <a:pt x="10560461" y="429613"/>
                    <a:pt x="10587131" y="456283"/>
                    <a:pt x="10599831" y="476603"/>
                  </a:cubicBezTo>
                  <a:cubicBezTo>
                    <a:pt x="10609991" y="493113"/>
                    <a:pt x="10613801" y="513433"/>
                    <a:pt x="10613801" y="532483"/>
                  </a:cubicBezTo>
                  <a:cubicBezTo>
                    <a:pt x="10615071" y="550263"/>
                    <a:pt x="10611261" y="570583"/>
                    <a:pt x="10601101" y="588363"/>
                  </a:cubicBezTo>
                  <a:cubicBezTo>
                    <a:pt x="10588401" y="608683"/>
                    <a:pt x="10574431" y="623923"/>
                    <a:pt x="10538871" y="645513"/>
                  </a:cubicBezTo>
                  <a:cubicBezTo>
                    <a:pt x="10424571" y="711553"/>
                    <a:pt x="10112151" y="789023"/>
                    <a:pt x="9745121" y="903323"/>
                  </a:cubicBezTo>
                  <a:cubicBezTo>
                    <a:pt x="8929781" y="1158593"/>
                    <a:pt x="6711091" y="1813913"/>
                    <a:pt x="5777641" y="2084423"/>
                  </a:cubicBezTo>
                  <a:cubicBezTo>
                    <a:pt x="5272181" y="2231743"/>
                    <a:pt x="4961031" y="2304133"/>
                    <a:pt x="4604161" y="2415893"/>
                  </a:cubicBezTo>
                  <a:cubicBezTo>
                    <a:pt x="4301901" y="2511143"/>
                    <a:pt x="4023771" y="2606393"/>
                    <a:pt x="3773581" y="2702913"/>
                  </a:cubicBezTo>
                  <a:cubicBezTo>
                    <a:pt x="3561491" y="2785463"/>
                    <a:pt x="3345591" y="2873093"/>
                    <a:pt x="3194461" y="2949293"/>
                  </a:cubicBezTo>
                  <a:cubicBezTo>
                    <a:pt x="3091591" y="3001363"/>
                    <a:pt x="3007771" y="3080103"/>
                    <a:pt x="2945541" y="3097883"/>
                  </a:cubicBezTo>
                  <a:cubicBezTo>
                    <a:pt x="2912521" y="3108043"/>
                    <a:pt x="2888391" y="3109313"/>
                    <a:pt x="2862991" y="3101693"/>
                  </a:cubicBezTo>
                  <a:cubicBezTo>
                    <a:pt x="2838861" y="3092803"/>
                    <a:pt x="2813461" y="3068673"/>
                    <a:pt x="2800761" y="3049623"/>
                  </a:cubicBezTo>
                  <a:cubicBezTo>
                    <a:pt x="2789331" y="3033113"/>
                    <a:pt x="2785521" y="3014063"/>
                    <a:pt x="2785521" y="2996283"/>
                  </a:cubicBezTo>
                  <a:cubicBezTo>
                    <a:pt x="2784251" y="2978503"/>
                    <a:pt x="2786791" y="2959453"/>
                    <a:pt x="2795681" y="2941673"/>
                  </a:cubicBezTo>
                  <a:cubicBezTo>
                    <a:pt x="2807111" y="2921353"/>
                    <a:pt x="2826161" y="2901033"/>
                    <a:pt x="2855371" y="2885793"/>
                  </a:cubicBezTo>
                  <a:cubicBezTo>
                    <a:pt x="2904901" y="2859123"/>
                    <a:pt x="2992531" y="2859123"/>
                    <a:pt x="3087781" y="2833723"/>
                  </a:cubicBezTo>
                  <a:cubicBezTo>
                    <a:pt x="3246531" y="2790543"/>
                    <a:pt x="3433221" y="2724503"/>
                    <a:pt x="3711351" y="2630523"/>
                  </a:cubicBezTo>
                  <a:cubicBezTo>
                    <a:pt x="4281581" y="2437483"/>
                    <a:pt x="5541421" y="1972663"/>
                    <a:pt x="6307231" y="1712313"/>
                  </a:cubicBezTo>
                  <a:cubicBezTo>
                    <a:pt x="6911751" y="1506573"/>
                    <a:pt x="7428641" y="1351633"/>
                    <a:pt x="7935371" y="1181453"/>
                  </a:cubicBezTo>
                  <a:cubicBezTo>
                    <a:pt x="8382411" y="1030323"/>
                    <a:pt x="8805321" y="888083"/>
                    <a:pt x="9193941" y="744573"/>
                  </a:cubicBezTo>
                  <a:cubicBezTo>
                    <a:pt x="9534301" y="618843"/>
                    <a:pt x="9853071" y="476603"/>
                    <a:pt x="10146441" y="371193"/>
                  </a:cubicBezTo>
                  <a:cubicBezTo>
                    <a:pt x="10392821" y="282293"/>
                    <a:pt x="10649361" y="203553"/>
                    <a:pt x="10834781" y="145133"/>
                  </a:cubicBezTo>
                  <a:cubicBezTo>
                    <a:pt x="10959241" y="105763"/>
                    <a:pt x="11051951" y="75283"/>
                    <a:pt x="11148471" y="49883"/>
                  </a:cubicBezTo>
                  <a:cubicBezTo>
                    <a:pt x="11231021" y="29563"/>
                    <a:pt x="11325001" y="-7267"/>
                    <a:pt x="11378341" y="1623"/>
                  </a:cubicBezTo>
                  <a:cubicBezTo>
                    <a:pt x="11410091" y="7973"/>
                    <a:pt x="11434221" y="28293"/>
                    <a:pt x="11450731" y="46073"/>
                  </a:cubicBezTo>
                  <a:cubicBezTo>
                    <a:pt x="11463431" y="61313"/>
                    <a:pt x="11471051" y="79093"/>
                    <a:pt x="11473591" y="98143"/>
                  </a:cubicBezTo>
                  <a:cubicBezTo>
                    <a:pt x="11476131" y="123543"/>
                    <a:pt x="11469781" y="160373"/>
                    <a:pt x="11458351" y="181963"/>
                  </a:cubicBezTo>
                  <a:cubicBezTo>
                    <a:pt x="11448191" y="199743"/>
                    <a:pt x="11441841" y="204823"/>
                    <a:pt x="11416441" y="222603"/>
                  </a:cubicBezTo>
                  <a:cubicBezTo>
                    <a:pt x="11299601" y="303883"/>
                    <a:pt x="10692541" y="565503"/>
                    <a:pt x="10317891" y="734413"/>
                  </a:cubicBezTo>
                  <a:cubicBezTo>
                    <a:pt x="9933081" y="907133"/>
                    <a:pt x="9524141" y="1090013"/>
                    <a:pt x="9136791" y="1247493"/>
                  </a:cubicBezTo>
                  <a:cubicBezTo>
                    <a:pt x="8772301" y="1396083"/>
                    <a:pt x="8426861" y="1514193"/>
                    <a:pt x="8061101" y="1656433"/>
                  </a:cubicBezTo>
                  <a:cubicBezTo>
                    <a:pt x="7678831" y="1806293"/>
                    <a:pt x="7254651" y="1968853"/>
                    <a:pt x="6890161" y="2126333"/>
                  </a:cubicBezTo>
                  <a:cubicBezTo>
                    <a:pt x="6563771" y="2268573"/>
                    <a:pt x="6314851" y="2381603"/>
                    <a:pt x="5975761" y="2555593"/>
                  </a:cubicBezTo>
                  <a:cubicBezTo>
                    <a:pt x="5533801" y="2782923"/>
                    <a:pt x="4667661" y="3354423"/>
                    <a:pt x="4470811" y="3397603"/>
                  </a:cubicBezTo>
                  <a:cubicBezTo>
                    <a:pt x="4427631" y="3406493"/>
                    <a:pt x="4409851" y="3401413"/>
                    <a:pt x="4385721" y="3389983"/>
                  </a:cubicBezTo>
                  <a:cubicBezTo>
                    <a:pt x="4360321" y="3378553"/>
                    <a:pt x="4336191" y="3351883"/>
                    <a:pt x="4326031" y="3327753"/>
                  </a:cubicBezTo>
                  <a:cubicBezTo>
                    <a:pt x="4314601" y="3302353"/>
                    <a:pt x="4313331" y="3266793"/>
                    <a:pt x="4322221" y="3241393"/>
                  </a:cubicBezTo>
                  <a:cubicBezTo>
                    <a:pt x="4331111" y="3215993"/>
                    <a:pt x="4346351" y="3193133"/>
                    <a:pt x="4376831" y="3175353"/>
                  </a:cubicBezTo>
                  <a:cubicBezTo>
                    <a:pt x="4433981" y="3142333"/>
                    <a:pt x="4562251" y="3155033"/>
                    <a:pt x="4672741" y="3123283"/>
                  </a:cubicBezTo>
                  <a:cubicBezTo>
                    <a:pt x="4823871" y="3077563"/>
                    <a:pt x="4987701" y="2995013"/>
                    <a:pt x="5197251" y="2902303"/>
                  </a:cubicBezTo>
                  <a:cubicBezTo>
                    <a:pt x="5517291" y="2761333"/>
                    <a:pt x="5992271" y="2523843"/>
                    <a:pt x="6398671" y="2346043"/>
                  </a:cubicBezTo>
                  <a:cubicBezTo>
                    <a:pt x="6811421" y="2165703"/>
                    <a:pt x="7149241" y="2034893"/>
                    <a:pt x="7654701" y="1831693"/>
                  </a:cubicBezTo>
                  <a:cubicBezTo>
                    <a:pt x="8415431" y="1523083"/>
                    <a:pt x="9687971" y="997303"/>
                    <a:pt x="10528711" y="686153"/>
                  </a:cubicBezTo>
                  <a:cubicBezTo>
                    <a:pt x="11173871" y="448663"/>
                    <a:pt x="12047631" y="126083"/>
                    <a:pt x="12257181" y="96873"/>
                  </a:cubicBezTo>
                  <a:cubicBezTo>
                    <a:pt x="12301631" y="90523"/>
                    <a:pt x="12319411" y="93063"/>
                    <a:pt x="12341001" y="101953"/>
                  </a:cubicBezTo>
                  <a:cubicBezTo>
                    <a:pt x="12360051" y="108303"/>
                    <a:pt x="12375291" y="122273"/>
                    <a:pt x="12386721" y="137513"/>
                  </a:cubicBezTo>
                  <a:cubicBezTo>
                    <a:pt x="12398151" y="151483"/>
                    <a:pt x="12407041" y="170533"/>
                    <a:pt x="12410851" y="189583"/>
                  </a:cubicBezTo>
                  <a:cubicBezTo>
                    <a:pt x="12413391" y="207363"/>
                    <a:pt x="12414661" y="227683"/>
                    <a:pt x="12407041" y="246733"/>
                  </a:cubicBezTo>
                  <a:cubicBezTo>
                    <a:pt x="12398151" y="269593"/>
                    <a:pt x="12391801" y="283563"/>
                    <a:pt x="12354971" y="312773"/>
                  </a:cubicBezTo>
                  <a:cubicBezTo>
                    <a:pt x="12132721" y="486763"/>
                    <a:pt x="10427111" y="1166213"/>
                    <a:pt x="9574941" y="1561183"/>
                  </a:cubicBezTo>
                  <a:cubicBezTo>
                    <a:pt x="8840881" y="1901543"/>
                    <a:pt x="8106821" y="2249523"/>
                    <a:pt x="7536591" y="2534003"/>
                  </a:cubicBezTo>
                  <a:cubicBezTo>
                    <a:pt x="7116221" y="2742283"/>
                    <a:pt x="6726331" y="2927703"/>
                    <a:pt x="6453281" y="3095343"/>
                  </a:cubicBezTo>
                  <a:cubicBezTo>
                    <a:pt x="6275481" y="3205833"/>
                    <a:pt x="6109111" y="3362043"/>
                    <a:pt x="6031641" y="3400143"/>
                  </a:cubicBezTo>
                  <a:cubicBezTo>
                    <a:pt x="6006241" y="3412843"/>
                    <a:pt x="5997351" y="3417923"/>
                    <a:pt x="5977031" y="3417923"/>
                  </a:cubicBezTo>
                  <a:cubicBezTo>
                    <a:pt x="5951631" y="3417923"/>
                    <a:pt x="5914801" y="3409033"/>
                    <a:pt x="5893211" y="3392523"/>
                  </a:cubicBezTo>
                  <a:cubicBezTo>
                    <a:pt x="5871621" y="3376013"/>
                    <a:pt x="5853841" y="3341723"/>
                    <a:pt x="5848761" y="3317593"/>
                  </a:cubicBezTo>
                  <a:cubicBezTo>
                    <a:pt x="5843681" y="3298543"/>
                    <a:pt x="5844951" y="3278223"/>
                    <a:pt x="5851301" y="3259173"/>
                  </a:cubicBezTo>
                  <a:cubicBezTo>
                    <a:pt x="5860191" y="3236313"/>
                    <a:pt x="5872891" y="3214723"/>
                    <a:pt x="5904641" y="3190593"/>
                  </a:cubicBezTo>
                  <a:cubicBezTo>
                    <a:pt x="5991001" y="3130903"/>
                    <a:pt x="6264051" y="3078833"/>
                    <a:pt x="6467251" y="3007713"/>
                  </a:cubicBezTo>
                  <a:cubicBezTo>
                    <a:pt x="6709821" y="2922623"/>
                    <a:pt x="6921911" y="2843883"/>
                    <a:pt x="7258461" y="2705453"/>
                  </a:cubicBezTo>
                  <a:cubicBezTo>
                    <a:pt x="7866791" y="2455263"/>
                    <a:pt x="9115201" y="1872333"/>
                    <a:pt x="9790841" y="1585313"/>
                  </a:cubicBezTo>
                  <a:cubicBezTo>
                    <a:pt x="10236611" y="1396083"/>
                    <a:pt x="10499501" y="1284323"/>
                    <a:pt x="10908441" y="1129383"/>
                  </a:cubicBezTo>
                  <a:cubicBezTo>
                    <a:pt x="11394851" y="943963"/>
                    <a:pt x="12203841" y="648053"/>
                    <a:pt x="12518801" y="557883"/>
                  </a:cubicBezTo>
                  <a:cubicBezTo>
                    <a:pt x="12647071" y="521053"/>
                    <a:pt x="12744861" y="529943"/>
                    <a:pt x="12793121" y="498193"/>
                  </a:cubicBezTo>
                  <a:cubicBezTo>
                    <a:pt x="12817251" y="481683"/>
                    <a:pt x="12817251" y="451203"/>
                    <a:pt x="12833761" y="442313"/>
                  </a:cubicBezTo>
                  <a:cubicBezTo>
                    <a:pt x="12850271" y="433423"/>
                    <a:pt x="12873131" y="435963"/>
                    <a:pt x="12889641" y="441043"/>
                  </a:cubicBezTo>
                  <a:cubicBezTo>
                    <a:pt x="12907421" y="444853"/>
                    <a:pt x="12926471" y="452473"/>
                    <a:pt x="12940441" y="465173"/>
                  </a:cubicBezTo>
                  <a:cubicBezTo>
                    <a:pt x="12958220" y="481683"/>
                    <a:pt x="12976001" y="514703"/>
                    <a:pt x="12981081" y="537563"/>
                  </a:cubicBezTo>
                  <a:cubicBezTo>
                    <a:pt x="12984892" y="557883"/>
                    <a:pt x="12981081" y="576933"/>
                    <a:pt x="12974731" y="593443"/>
                  </a:cubicBezTo>
                  <a:cubicBezTo>
                    <a:pt x="12968381" y="611223"/>
                    <a:pt x="12956951" y="629003"/>
                    <a:pt x="12944251" y="640433"/>
                  </a:cubicBezTo>
                  <a:cubicBezTo>
                    <a:pt x="12930281" y="653133"/>
                    <a:pt x="12921391" y="658213"/>
                    <a:pt x="12894721" y="668373"/>
                  </a:cubicBezTo>
                  <a:cubicBezTo>
                    <a:pt x="12818521" y="697583"/>
                    <a:pt x="12635641" y="716633"/>
                    <a:pt x="12413391" y="778863"/>
                  </a:cubicBezTo>
                  <a:cubicBezTo>
                    <a:pt x="11899041" y="922373"/>
                    <a:pt x="10560461" y="1368143"/>
                    <a:pt x="9881011" y="1611983"/>
                  </a:cubicBezTo>
                  <a:cubicBezTo>
                    <a:pt x="9416191" y="1778353"/>
                    <a:pt x="9167271" y="1874873"/>
                    <a:pt x="8717691" y="2062833"/>
                  </a:cubicBezTo>
                  <a:cubicBezTo>
                    <a:pt x="8081421" y="2329533"/>
                    <a:pt x="6674261" y="3062323"/>
                    <a:pt x="6434231" y="3088993"/>
                  </a:cubicBezTo>
                  <a:cubicBezTo>
                    <a:pt x="6391051" y="3094073"/>
                    <a:pt x="6375811" y="3086453"/>
                    <a:pt x="6354221" y="3072483"/>
                  </a:cubicBezTo>
                  <a:cubicBezTo>
                    <a:pt x="6332631" y="3059783"/>
                    <a:pt x="6312311" y="3031843"/>
                    <a:pt x="6305961" y="3007713"/>
                  </a:cubicBezTo>
                  <a:cubicBezTo>
                    <a:pt x="6298341" y="2983583"/>
                    <a:pt x="6302151" y="2949293"/>
                    <a:pt x="6312311" y="2927703"/>
                  </a:cubicBezTo>
                  <a:cubicBezTo>
                    <a:pt x="6323741" y="2904843"/>
                    <a:pt x="6337711" y="2893413"/>
                    <a:pt x="6370731" y="2870553"/>
                  </a:cubicBezTo>
                  <a:cubicBezTo>
                    <a:pt x="6469791" y="2805783"/>
                    <a:pt x="6805071" y="2700373"/>
                    <a:pt x="7028591" y="2588613"/>
                  </a:cubicBezTo>
                  <a:cubicBezTo>
                    <a:pt x="7273701" y="2465423"/>
                    <a:pt x="7465471" y="2318103"/>
                    <a:pt x="7781701" y="2153003"/>
                  </a:cubicBezTo>
                  <a:cubicBezTo>
                    <a:pt x="8283351" y="1891383"/>
                    <a:pt x="9146951" y="1493873"/>
                    <a:pt x="9776871" y="1219553"/>
                  </a:cubicBezTo>
                  <a:cubicBezTo>
                    <a:pt x="10330591" y="978253"/>
                    <a:pt x="10974481" y="722983"/>
                    <a:pt x="11354211" y="579473"/>
                  </a:cubicBezTo>
                  <a:cubicBezTo>
                    <a:pt x="11565031" y="499463"/>
                    <a:pt x="11706001" y="451203"/>
                    <a:pt x="11852051" y="405483"/>
                  </a:cubicBezTo>
                  <a:cubicBezTo>
                    <a:pt x="11966351" y="371193"/>
                    <a:pt x="12099701" y="321663"/>
                    <a:pt x="12158121" y="325473"/>
                  </a:cubicBezTo>
                  <a:cubicBezTo>
                    <a:pt x="12183521" y="326743"/>
                    <a:pt x="12194951" y="335633"/>
                    <a:pt x="12210191" y="345793"/>
                  </a:cubicBezTo>
                  <a:cubicBezTo>
                    <a:pt x="12225431" y="357223"/>
                    <a:pt x="12238131" y="372463"/>
                    <a:pt x="12245751" y="388973"/>
                  </a:cubicBezTo>
                  <a:cubicBezTo>
                    <a:pt x="12254641" y="405483"/>
                    <a:pt x="12258451" y="425803"/>
                    <a:pt x="12258451" y="443583"/>
                  </a:cubicBezTo>
                  <a:cubicBezTo>
                    <a:pt x="12257181" y="462633"/>
                    <a:pt x="12252101" y="482953"/>
                    <a:pt x="12243211" y="498193"/>
                  </a:cubicBezTo>
                  <a:cubicBezTo>
                    <a:pt x="12234321" y="513433"/>
                    <a:pt x="12224161" y="523593"/>
                    <a:pt x="12205111" y="538833"/>
                  </a:cubicBezTo>
                  <a:cubicBezTo>
                    <a:pt x="12167011" y="570583"/>
                    <a:pt x="12116211" y="607413"/>
                    <a:pt x="12014611" y="656943"/>
                  </a:cubicBezTo>
                  <a:cubicBezTo>
                    <a:pt x="11699651" y="813153"/>
                    <a:pt x="10559191" y="1208123"/>
                    <a:pt x="9976261" y="1437993"/>
                  </a:cubicBezTo>
                  <a:cubicBezTo>
                    <a:pt x="9535571" y="1611983"/>
                    <a:pt x="9253631" y="1717393"/>
                    <a:pt x="8821831" y="1907893"/>
                  </a:cubicBezTo>
                  <a:cubicBezTo>
                    <a:pt x="8251601" y="2158083"/>
                    <a:pt x="7056531" y="2768953"/>
                    <a:pt x="6866031" y="2834993"/>
                  </a:cubicBezTo>
                  <a:cubicBezTo>
                    <a:pt x="6835551" y="2846423"/>
                    <a:pt x="6827931" y="2848963"/>
                    <a:pt x="6810151" y="2848963"/>
                  </a:cubicBezTo>
                  <a:cubicBezTo>
                    <a:pt x="6791101" y="2848963"/>
                    <a:pt x="6770781" y="2842613"/>
                    <a:pt x="6754271" y="2833723"/>
                  </a:cubicBezTo>
                  <a:cubicBezTo>
                    <a:pt x="6737761" y="2824833"/>
                    <a:pt x="6721251" y="2810863"/>
                    <a:pt x="6711091" y="2795623"/>
                  </a:cubicBezTo>
                  <a:cubicBezTo>
                    <a:pt x="6700931" y="2780383"/>
                    <a:pt x="6693311" y="2760063"/>
                    <a:pt x="6692041" y="2741013"/>
                  </a:cubicBezTo>
                  <a:cubicBezTo>
                    <a:pt x="6689501" y="2721963"/>
                    <a:pt x="6690771" y="2701643"/>
                    <a:pt x="6699661" y="2683863"/>
                  </a:cubicBezTo>
                  <a:cubicBezTo>
                    <a:pt x="6709821" y="2661003"/>
                    <a:pt x="6725061" y="2640683"/>
                    <a:pt x="6756811" y="2620363"/>
                  </a:cubicBezTo>
                  <a:cubicBezTo>
                    <a:pt x="6826661" y="2577183"/>
                    <a:pt x="6996841" y="2560673"/>
                    <a:pt x="7147971" y="2504793"/>
                  </a:cubicBezTo>
                  <a:cubicBezTo>
                    <a:pt x="7365141" y="2424783"/>
                    <a:pt x="7688991" y="2250793"/>
                    <a:pt x="7925211" y="2155543"/>
                  </a:cubicBezTo>
                  <a:cubicBezTo>
                    <a:pt x="8116981" y="2076803"/>
                    <a:pt x="8224931" y="2048863"/>
                    <a:pt x="8454801" y="1961233"/>
                  </a:cubicBezTo>
                  <a:cubicBezTo>
                    <a:pt x="8894221" y="1793593"/>
                    <a:pt x="9916571" y="1366873"/>
                    <a:pt x="10354721" y="1206853"/>
                  </a:cubicBezTo>
                  <a:cubicBezTo>
                    <a:pt x="10583321" y="1123033"/>
                    <a:pt x="10716671" y="1088743"/>
                    <a:pt x="10881771" y="1029053"/>
                  </a:cubicBezTo>
                  <a:cubicBezTo>
                    <a:pt x="11030361" y="975713"/>
                    <a:pt x="11214511" y="877923"/>
                    <a:pt x="11303411" y="865223"/>
                  </a:cubicBezTo>
                  <a:cubicBezTo>
                    <a:pt x="11341511" y="860143"/>
                    <a:pt x="11364371" y="861413"/>
                    <a:pt x="11388501" y="874113"/>
                  </a:cubicBezTo>
                  <a:cubicBezTo>
                    <a:pt x="11412631" y="885543"/>
                    <a:pt x="11438031" y="912213"/>
                    <a:pt x="11448191" y="937613"/>
                  </a:cubicBezTo>
                  <a:cubicBezTo>
                    <a:pt x="11458351" y="963013"/>
                    <a:pt x="11458351" y="998573"/>
                    <a:pt x="11449461" y="1023973"/>
                  </a:cubicBezTo>
                  <a:cubicBezTo>
                    <a:pt x="11440571" y="1049373"/>
                    <a:pt x="11429141" y="1064613"/>
                    <a:pt x="11393581" y="1090013"/>
                  </a:cubicBezTo>
                  <a:cubicBezTo>
                    <a:pt x="11276741" y="1176373"/>
                    <a:pt x="10822081" y="1333853"/>
                    <a:pt x="10495692" y="1465933"/>
                  </a:cubicBezTo>
                  <a:cubicBezTo>
                    <a:pt x="10105801" y="1622143"/>
                    <a:pt x="9723531" y="1746603"/>
                    <a:pt x="9210451" y="1962503"/>
                  </a:cubicBezTo>
                  <a:cubicBezTo>
                    <a:pt x="8415431" y="2296513"/>
                    <a:pt x="7001921" y="2987393"/>
                    <a:pt x="6209441" y="3329023"/>
                  </a:cubicBezTo>
                  <a:cubicBezTo>
                    <a:pt x="5697631" y="3550003"/>
                    <a:pt x="5110891" y="3743043"/>
                    <a:pt x="4934361" y="3850993"/>
                  </a:cubicBezTo>
                  <a:cubicBezTo>
                    <a:pt x="4883561" y="3882743"/>
                    <a:pt x="4875941" y="3915763"/>
                    <a:pt x="4844191" y="3928463"/>
                  </a:cubicBezTo>
                  <a:cubicBezTo>
                    <a:pt x="4817521" y="3938623"/>
                    <a:pt x="4784501" y="3939893"/>
                    <a:pt x="4759101" y="3931003"/>
                  </a:cubicBezTo>
                  <a:cubicBezTo>
                    <a:pt x="4733701" y="3922113"/>
                    <a:pt x="4707031" y="3900523"/>
                    <a:pt x="4693061" y="3876393"/>
                  </a:cubicBezTo>
                  <a:cubicBezTo>
                    <a:pt x="4680361" y="3853533"/>
                    <a:pt x="4675281" y="3819243"/>
                    <a:pt x="4680361" y="3792573"/>
                  </a:cubicBezTo>
                  <a:cubicBezTo>
                    <a:pt x="4685441" y="3767173"/>
                    <a:pt x="4695601" y="3744313"/>
                    <a:pt x="4726081" y="3721453"/>
                  </a:cubicBezTo>
                  <a:cubicBezTo>
                    <a:pt x="4803551" y="3660493"/>
                    <a:pt x="5055011" y="3618583"/>
                    <a:pt x="5251861" y="3548733"/>
                  </a:cubicBezTo>
                  <a:cubicBezTo>
                    <a:pt x="5513481" y="3457293"/>
                    <a:pt x="5817011" y="3346803"/>
                    <a:pt x="6151021" y="3208373"/>
                  </a:cubicBezTo>
                  <a:cubicBezTo>
                    <a:pt x="6585361" y="3028033"/>
                    <a:pt x="7150511" y="2747363"/>
                    <a:pt x="7628031" y="2540353"/>
                  </a:cubicBezTo>
                  <a:cubicBezTo>
                    <a:pt x="8068721" y="2347313"/>
                    <a:pt x="8487821" y="2173323"/>
                    <a:pt x="8912001" y="2000603"/>
                  </a:cubicBezTo>
                  <a:cubicBezTo>
                    <a:pt x="9324751" y="1832963"/>
                    <a:pt x="9783221" y="1650083"/>
                    <a:pt x="10137551" y="1518003"/>
                  </a:cubicBezTo>
                  <a:cubicBezTo>
                    <a:pt x="10405521" y="1417673"/>
                    <a:pt x="10649361" y="1335123"/>
                    <a:pt x="10850021" y="1266543"/>
                  </a:cubicBezTo>
                  <a:cubicBezTo>
                    <a:pt x="10997342" y="1217013"/>
                    <a:pt x="11163711" y="1156053"/>
                    <a:pt x="11234831" y="1142083"/>
                  </a:cubicBezTo>
                  <a:cubicBezTo>
                    <a:pt x="11260231" y="1137003"/>
                    <a:pt x="11270392" y="1133193"/>
                    <a:pt x="11288171" y="1137003"/>
                  </a:cubicBezTo>
                  <a:cubicBezTo>
                    <a:pt x="11311031" y="1140813"/>
                    <a:pt x="11344051" y="1159863"/>
                    <a:pt x="11359292" y="1176373"/>
                  </a:cubicBezTo>
                  <a:cubicBezTo>
                    <a:pt x="11373261" y="1190343"/>
                    <a:pt x="11379611" y="1208123"/>
                    <a:pt x="11383421" y="1224633"/>
                  </a:cubicBezTo>
                  <a:cubicBezTo>
                    <a:pt x="11387231" y="1242413"/>
                    <a:pt x="11387231" y="1262733"/>
                    <a:pt x="11382151" y="1280513"/>
                  </a:cubicBezTo>
                  <a:cubicBezTo>
                    <a:pt x="11378342" y="1297023"/>
                    <a:pt x="11371992" y="1309723"/>
                    <a:pt x="11355481" y="1327503"/>
                  </a:cubicBezTo>
                  <a:cubicBezTo>
                    <a:pt x="11322461" y="1364333"/>
                    <a:pt x="11267851" y="1406243"/>
                    <a:pt x="11164981" y="1463393"/>
                  </a:cubicBezTo>
                  <a:cubicBezTo>
                    <a:pt x="10837321" y="1647543"/>
                    <a:pt x="9574942" y="2135223"/>
                    <a:pt x="8978042" y="2399383"/>
                  </a:cubicBezTo>
                  <a:cubicBezTo>
                    <a:pt x="8558942" y="2583533"/>
                    <a:pt x="8265571" y="2719423"/>
                    <a:pt x="7916321" y="2884523"/>
                  </a:cubicBezTo>
                  <a:cubicBezTo>
                    <a:pt x="7570881" y="3047083"/>
                    <a:pt x="7224171" y="3217263"/>
                    <a:pt x="6896511" y="3383633"/>
                  </a:cubicBezTo>
                  <a:cubicBezTo>
                    <a:pt x="6587901" y="3541113"/>
                    <a:pt x="6173881" y="3737963"/>
                    <a:pt x="6003701" y="3857343"/>
                  </a:cubicBezTo>
                  <a:cubicBezTo>
                    <a:pt x="5926231" y="3911953"/>
                    <a:pt x="5890671" y="3977993"/>
                    <a:pt x="5848761" y="3997043"/>
                  </a:cubicBezTo>
                  <a:cubicBezTo>
                    <a:pt x="5827171" y="4005933"/>
                    <a:pt x="5810661" y="4007203"/>
                    <a:pt x="5790341" y="4003393"/>
                  </a:cubicBezTo>
                  <a:cubicBezTo>
                    <a:pt x="5766211" y="3998313"/>
                    <a:pt x="5731921" y="3979263"/>
                    <a:pt x="5714141" y="3961483"/>
                  </a:cubicBezTo>
                  <a:cubicBezTo>
                    <a:pt x="5700171" y="3947513"/>
                    <a:pt x="5692551" y="3928463"/>
                    <a:pt x="5687471" y="3909413"/>
                  </a:cubicBezTo>
                  <a:cubicBezTo>
                    <a:pt x="5683661" y="3891633"/>
                    <a:pt x="5682391" y="3870043"/>
                    <a:pt x="5688741" y="3850993"/>
                  </a:cubicBezTo>
                  <a:cubicBezTo>
                    <a:pt x="5696361" y="3826863"/>
                    <a:pt x="5703981" y="3809083"/>
                    <a:pt x="5738271" y="3779873"/>
                  </a:cubicBezTo>
                  <a:cubicBezTo>
                    <a:pt x="5879241" y="3665573"/>
                    <a:pt x="6639971" y="3370933"/>
                    <a:pt x="7037481" y="3203293"/>
                  </a:cubicBezTo>
                  <a:cubicBezTo>
                    <a:pt x="7372761" y="3061053"/>
                    <a:pt x="7635651" y="2967073"/>
                    <a:pt x="7967121" y="2828643"/>
                  </a:cubicBezTo>
                  <a:cubicBezTo>
                    <a:pt x="8350661" y="2667353"/>
                    <a:pt x="8759601" y="2476853"/>
                    <a:pt x="9201561" y="2291433"/>
                  </a:cubicBezTo>
                  <a:cubicBezTo>
                    <a:pt x="9709561" y="2078073"/>
                    <a:pt x="10405521" y="1788513"/>
                    <a:pt x="10843671" y="1625953"/>
                  </a:cubicBezTo>
                  <a:cubicBezTo>
                    <a:pt x="11131961" y="1519273"/>
                    <a:pt x="11446921" y="1385923"/>
                    <a:pt x="11567571" y="1382113"/>
                  </a:cubicBezTo>
                  <a:cubicBezTo>
                    <a:pt x="11608211" y="1380843"/>
                    <a:pt x="11628531" y="1389733"/>
                    <a:pt x="11648851" y="1404973"/>
                  </a:cubicBezTo>
                  <a:cubicBezTo>
                    <a:pt x="11670442" y="1420213"/>
                    <a:pt x="11688221" y="1451963"/>
                    <a:pt x="11694571" y="1474823"/>
                  </a:cubicBezTo>
                  <a:cubicBezTo>
                    <a:pt x="11699651" y="1495143"/>
                    <a:pt x="11699651" y="1512923"/>
                    <a:pt x="11693301" y="1531973"/>
                  </a:cubicBezTo>
                  <a:cubicBezTo>
                    <a:pt x="11685681" y="1554833"/>
                    <a:pt x="11670442" y="1577693"/>
                    <a:pt x="11643771" y="1600553"/>
                  </a:cubicBezTo>
                  <a:cubicBezTo>
                    <a:pt x="11596781" y="1639923"/>
                    <a:pt x="11511692" y="1675483"/>
                    <a:pt x="11412631" y="1723743"/>
                  </a:cubicBezTo>
                  <a:cubicBezTo>
                    <a:pt x="11239911" y="1806293"/>
                    <a:pt x="11032901" y="1879953"/>
                    <a:pt x="10693811" y="2031083"/>
                  </a:cubicBezTo>
                  <a:cubicBezTo>
                    <a:pt x="9859421" y="2403193"/>
                    <a:pt x="6726331" y="3991963"/>
                    <a:pt x="6378351" y="4036413"/>
                  </a:cubicBezTo>
                  <a:cubicBezTo>
                    <a:pt x="6332631" y="4041493"/>
                    <a:pt x="6319931" y="4035143"/>
                    <a:pt x="6298342" y="4021173"/>
                  </a:cubicBezTo>
                  <a:cubicBezTo>
                    <a:pt x="6276751" y="4008473"/>
                    <a:pt x="6255161" y="3981803"/>
                    <a:pt x="6247542" y="3956403"/>
                  </a:cubicBezTo>
                  <a:cubicBezTo>
                    <a:pt x="6239922" y="3932273"/>
                    <a:pt x="6242461" y="3897983"/>
                    <a:pt x="6252622" y="3875123"/>
                  </a:cubicBezTo>
                  <a:cubicBezTo>
                    <a:pt x="6262781" y="3852263"/>
                    <a:pt x="6279292" y="3834483"/>
                    <a:pt x="6311042" y="3817973"/>
                  </a:cubicBezTo>
                  <a:cubicBezTo>
                    <a:pt x="6379622" y="3781143"/>
                    <a:pt x="6543451" y="3778603"/>
                    <a:pt x="6686961" y="3739233"/>
                  </a:cubicBezTo>
                  <a:cubicBezTo>
                    <a:pt x="6887621" y="3684623"/>
                    <a:pt x="7139082" y="3591913"/>
                    <a:pt x="7393082" y="3501743"/>
                  </a:cubicBezTo>
                  <a:cubicBezTo>
                    <a:pt x="7697882" y="3392523"/>
                    <a:pt x="8025542" y="3270603"/>
                    <a:pt x="8391301" y="3124553"/>
                  </a:cubicBezTo>
                  <a:cubicBezTo>
                    <a:pt x="8845961" y="2941673"/>
                    <a:pt x="9431432" y="2678783"/>
                    <a:pt x="9911492" y="2480663"/>
                  </a:cubicBezTo>
                  <a:cubicBezTo>
                    <a:pt x="10339481" y="2305403"/>
                    <a:pt x="10747151" y="2141573"/>
                    <a:pt x="11130692" y="1994253"/>
                  </a:cubicBezTo>
                  <a:cubicBezTo>
                    <a:pt x="11469781" y="1864713"/>
                    <a:pt x="11755531" y="1769463"/>
                    <a:pt x="12094621" y="1641193"/>
                  </a:cubicBezTo>
                  <a:cubicBezTo>
                    <a:pt x="12475621" y="1496413"/>
                    <a:pt x="13162692" y="1203043"/>
                    <a:pt x="13304931" y="1166213"/>
                  </a:cubicBezTo>
                  <a:cubicBezTo>
                    <a:pt x="13334142" y="1158593"/>
                    <a:pt x="13340492" y="1156053"/>
                    <a:pt x="13359542" y="1158593"/>
                  </a:cubicBezTo>
                  <a:cubicBezTo>
                    <a:pt x="13382402" y="1162403"/>
                    <a:pt x="13414152" y="1176373"/>
                    <a:pt x="13431931" y="1195423"/>
                  </a:cubicBezTo>
                  <a:cubicBezTo>
                    <a:pt x="13448442" y="1213203"/>
                    <a:pt x="13459872" y="1247493"/>
                    <a:pt x="13461142" y="1270353"/>
                  </a:cubicBezTo>
                  <a:cubicBezTo>
                    <a:pt x="13462411" y="1289403"/>
                    <a:pt x="13458602" y="1307183"/>
                    <a:pt x="13449711" y="1323693"/>
                  </a:cubicBezTo>
                  <a:cubicBezTo>
                    <a:pt x="13437011" y="1344013"/>
                    <a:pt x="13425581" y="1356713"/>
                    <a:pt x="13388752" y="1378303"/>
                  </a:cubicBezTo>
                  <a:cubicBezTo>
                    <a:pt x="13254131" y="1459583"/>
                    <a:pt x="12728351" y="1589123"/>
                    <a:pt x="12304171" y="1755493"/>
                  </a:cubicBezTo>
                  <a:cubicBezTo>
                    <a:pt x="11678061" y="2000603"/>
                    <a:pt x="10747151" y="2427323"/>
                    <a:pt x="10014361" y="2758793"/>
                  </a:cubicBezTo>
                  <a:cubicBezTo>
                    <a:pt x="9331101" y="3068673"/>
                    <a:pt x="8232551" y="3614773"/>
                    <a:pt x="8040782" y="3679543"/>
                  </a:cubicBezTo>
                  <a:cubicBezTo>
                    <a:pt x="8010301" y="3689703"/>
                    <a:pt x="8002682" y="3692243"/>
                    <a:pt x="7984901" y="3692243"/>
                  </a:cubicBezTo>
                  <a:cubicBezTo>
                    <a:pt x="7965851" y="3690973"/>
                    <a:pt x="7945532" y="3685893"/>
                    <a:pt x="7929021" y="3677003"/>
                  </a:cubicBezTo>
                  <a:cubicBezTo>
                    <a:pt x="7912511" y="3666843"/>
                    <a:pt x="7897271" y="3652873"/>
                    <a:pt x="7887111" y="3637633"/>
                  </a:cubicBezTo>
                  <a:cubicBezTo>
                    <a:pt x="7876951" y="3621123"/>
                    <a:pt x="7869332" y="3600803"/>
                    <a:pt x="7868061" y="3583023"/>
                  </a:cubicBezTo>
                  <a:cubicBezTo>
                    <a:pt x="7865521" y="3563973"/>
                    <a:pt x="7868061" y="3543653"/>
                    <a:pt x="7875682" y="3525873"/>
                  </a:cubicBezTo>
                  <a:cubicBezTo>
                    <a:pt x="7887111" y="3503013"/>
                    <a:pt x="7906161" y="3475073"/>
                    <a:pt x="7935371" y="3463643"/>
                  </a:cubicBezTo>
                  <a:cubicBezTo>
                    <a:pt x="7979821" y="3445863"/>
                    <a:pt x="8059832" y="3487773"/>
                    <a:pt x="8136032" y="3476343"/>
                  </a:cubicBezTo>
                  <a:cubicBezTo>
                    <a:pt x="8240171" y="3462373"/>
                    <a:pt x="8350661" y="3403953"/>
                    <a:pt x="8499251" y="3346803"/>
                  </a:cubicBezTo>
                  <a:cubicBezTo>
                    <a:pt x="8738011" y="3252823"/>
                    <a:pt x="9111392" y="3078833"/>
                    <a:pt x="9426351" y="2954373"/>
                  </a:cubicBezTo>
                  <a:cubicBezTo>
                    <a:pt x="9745121" y="2828643"/>
                    <a:pt x="10066432" y="2721963"/>
                    <a:pt x="10397901" y="2594963"/>
                  </a:cubicBezTo>
                  <a:cubicBezTo>
                    <a:pt x="10750961" y="2461613"/>
                    <a:pt x="11139582" y="2297783"/>
                    <a:pt x="11481211" y="2169513"/>
                  </a:cubicBezTo>
                  <a:cubicBezTo>
                    <a:pt x="11786011" y="2055213"/>
                    <a:pt x="12038742" y="1961233"/>
                    <a:pt x="12348621" y="1859633"/>
                  </a:cubicBezTo>
                  <a:cubicBezTo>
                    <a:pt x="12699142" y="1745333"/>
                    <a:pt x="13317631" y="1538323"/>
                    <a:pt x="13481461" y="1519273"/>
                  </a:cubicBezTo>
                  <a:cubicBezTo>
                    <a:pt x="13524642" y="1514193"/>
                    <a:pt x="13542422" y="1514193"/>
                    <a:pt x="13566552" y="1524353"/>
                  </a:cubicBezTo>
                  <a:cubicBezTo>
                    <a:pt x="13590681" y="1535783"/>
                    <a:pt x="13614811" y="1561183"/>
                    <a:pt x="13626242" y="1585313"/>
                  </a:cubicBezTo>
                  <a:cubicBezTo>
                    <a:pt x="13636402" y="1609443"/>
                    <a:pt x="13638942" y="1645003"/>
                    <a:pt x="13630052" y="1670403"/>
                  </a:cubicBezTo>
                  <a:cubicBezTo>
                    <a:pt x="13622431" y="1695803"/>
                    <a:pt x="13612272" y="1709773"/>
                    <a:pt x="13577981" y="1736443"/>
                  </a:cubicBezTo>
                  <a:cubicBezTo>
                    <a:pt x="13440822" y="1846933"/>
                    <a:pt x="12714382" y="2137763"/>
                    <a:pt x="12356242" y="2318103"/>
                  </a:cubicBezTo>
                  <a:cubicBezTo>
                    <a:pt x="12070492" y="2461613"/>
                    <a:pt x="11825382" y="2607663"/>
                    <a:pt x="11594242" y="2720693"/>
                  </a:cubicBezTo>
                  <a:cubicBezTo>
                    <a:pt x="11405011" y="2814673"/>
                    <a:pt x="11223401" y="2895953"/>
                    <a:pt x="11072271" y="2959453"/>
                  </a:cubicBezTo>
                  <a:cubicBezTo>
                    <a:pt x="10956701" y="3007713"/>
                    <a:pt x="10813192" y="3034383"/>
                    <a:pt x="10763661" y="3077563"/>
                  </a:cubicBezTo>
                  <a:cubicBezTo>
                    <a:pt x="10740801" y="3097883"/>
                    <a:pt x="10747151" y="3129633"/>
                    <a:pt x="10730642" y="3142333"/>
                  </a:cubicBezTo>
                  <a:cubicBezTo>
                    <a:pt x="10716672" y="3152493"/>
                    <a:pt x="10695082" y="3153763"/>
                    <a:pt x="10676032" y="3151223"/>
                  </a:cubicBezTo>
                  <a:cubicBezTo>
                    <a:pt x="10651901" y="3148683"/>
                    <a:pt x="10617611" y="3132173"/>
                    <a:pt x="10599832" y="3115663"/>
                  </a:cubicBezTo>
                  <a:cubicBezTo>
                    <a:pt x="10584592" y="3102963"/>
                    <a:pt x="10576972" y="3085183"/>
                    <a:pt x="10571892" y="3067403"/>
                  </a:cubicBezTo>
                  <a:cubicBezTo>
                    <a:pt x="10565542" y="3049623"/>
                    <a:pt x="10565542" y="3029303"/>
                    <a:pt x="10568082" y="3011523"/>
                  </a:cubicBezTo>
                  <a:cubicBezTo>
                    <a:pt x="10571892" y="2993743"/>
                    <a:pt x="10580782" y="2974693"/>
                    <a:pt x="10592211" y="2959453"/>
                  </a:cubicBezTo>
                  <a:cubicBezTo>
                    <a:pt x="10603642" y="2945483"/>
                    <a:pt x="10613801" y="2936593"/>
                    <a:pt x="10637932" y="2926433"/>
                  </a:cubicBezTo>
                  <a:cubicBezTo>
                    <a:pt x="10696351" y="2898493"/>
                    <a:pt x="10855101" y="2888333"/>
                    <a:pt x="10971942" y="2855313"/>
                  </a:cubicBezTo>
                  <a:cubicBezTo>
                    <a:pt x="11104021" y="2817213"/>
                    <a:pt x="11198001" y="2770223"/>
                    <a:pt x="11385961" y="2705453"/>
                  </a:cubicBezTo>
                  <a:cubicBezTo>
                    <a:pt x="11783471" y="2568293"/>
                    <a:pt x="13028072" y="2130143"/>
                    <a:pt x="13247781" y="2099663"/>
                  </a:cubicBezTo>
                  <a:cubicBezTo>
                    <a:pt x="13293502" y="2093313"/>
                    <a:pt x="13307472" y="2092043"/>
                    <a:pt x="13332872" y="2102203"/>
                  </a:cubicBezTo>
                  <a:cubicBezTo>
                    <a:pt x="13357002" y="2112363"/>
                    <a:pt x="13382402" y="2136493"/>
                    <a:pt x="13393831" y="2160623"/>
                  </a:cubicBezTo>
                  <a:cubicBezTo>
                    <a:pt x="13405261" y="2184753"/>
                    <a:pt x="13409072" y="2220313"/>
                    <a:pt x="13401452" y="2245713"/>
                  </a:cubicBezTo>
                  <a:cubicBezTo>
                    <a:pt x="13393831" y="2271113"/>
                    <a:pt x="13382402" y="2290163"/>
                    <a:pt x="13350652" y="2313023"/>
                  </a:cubicBezTo>
                  <a:cubicBezTo>
                    <a:pt x="13265561" y="2376523"/>
                    <a:pt x="12995052" y="2432403"/>
                    <a:pt x="12771532" y="2517493"/>
                  </a:cubicBezTo>
                  <a:cubicBezTo>
                    <a:pt x="12459111" y="2636873"/>
                    <a:pt x="12080651" y="2809593"/>
                    <a:pt x="11655201" y="2977233"/>
                  </a:cubicBezTo>
                  <a:cubicBezTo>
                    <a:pt x="11098942" y="3196943"/>
                    <a:pt x="10185811" y="3542383"/>
                    <a:pt x="9714642" y="3712563"/>
                  </a:cubicBezTo>
                  <a:cubicBezTo>
                    <a:pt x="9447942" y="3809083"/>
                    <a:pt x="9279032" y="3867503"/>
                    <a:pt x="9084722" y="3929733"/>
                  </a:cubicBezTo>
                  <a:cubicBezTo>
                    <a:pt x="8918351" y="3983073"/>
                    <a:pt x="8713882" y="4056733"/>
                    <a:pt x="8621172" y="4066893"/>
                  </a:cubicBezTo>
                  <a:cubicBezTo>
                    <a:pt x="8581801" y="4071973"/>
                    <a:pt x="8560211" y="4071973"/>
                    <a:pt x="8536082" y="4061813"/>
                  </a:cubicBezTo>
                  <a:cubicBezTo>
                    <a:pt x="8511951" y="4050383"/>
                    <a:pt x="8486551" y="4024983"/>
                    <a:pt x="8476392" y="4000853"/>
                  </a:cubicBezTo>
                  <a:cubicBezTo>
                    <a:pt x="8466232" y="3975453"/>
                    <a:pt x="8466232" y="3938623"/>
                    <a:pt x="8472582" y="3915763"/>
                  </a:cubicBezTo>
                  <a:cubicBezTo>
                    <a:pt x="8477661" y="3895443"/>
                    <a:pt x="8482742" y="3886553"/>
                    <a:pt x="8503061" y="3866233"/>
                  </a:cubicBezTo>
                  <a:cubicBezTo>
                    <a:pt x="8570372" y="3797653"/>
                    <a:pt x="8849772" y="3638903"/>
                    <a:pt x="9039001" y="3520793"/>
                  </a:cubicBezTo>
                  <a:cubicBezTo>
                    <a:pt x="9249822" y="3389983"/>
                    <a:pt x="9455561" y="3262983"/>
                    <a:pt x="9713372" y="3118203"/>
                  </a:cubicBezTo>
                  <a:cubicBezTo>
                    <a:pt x="10049922" y="2928973"/>
                    <a:pt x="10463942" y="2716883"/>
                    <a:pt x="10893201" y="2499713"/>
                  </a:cubicBezTo>
                  <a:cubicBezTo>
                    <a:pt x="11401201" y="2243173"/>
                    <a:pt x="12154311" y="1895193"/>
                    <a:pt x="12568332" y="1685643"/>
                  </a:cubicBezTo>
                  <a:cubicBezTo>
                    <a:pt x="12815982" y="1559913"/>
                    <a:pt x="13063631" y="1410053"/>
                    <a:pt x="13156342" y="1374493"/>
                  </a:cubicBezTo>
                  <a:cubicBezTo>
                    <a:pt x="13183011" y="1363063"/>
                    <a:pt x="13193172" y="1360523"/>
                    <a:pt x="13212222" y="1359253"/>
                  </a:cubicBezTo>
                  <a:cubicBezTo>
                    <a:pt x="13230002" y="1359253"/>
                    <a:pt x="13250322" y="1364333"/>
                    <a:pt x="13266831" y="1373223"/>
                  </a:cubicBezTo>
                  <a:cubicBezTo>
                    <a:pt x="13283342" y="1380843"/>
                    <a:pt x="13299852" y="1394813"/>
                    <a:pt x="13310011" y="1410053"/>
                  </a:cubicBezTo>
                  <a:cubicBezTo>
                    <a:pt x="13321442" y="1425293"/>
                    <a:pt x="13329061" y="1444343"/>
                    <a:pt x="13331602" y="1463393"/>
                  </a:cubicBezTo>
                  <a:cubicBezTo>
                    <a:pt x="13334142" y="1481173"/>
                    <a:pt x="13332872" y="1501493"/>
                    <a:pt x="13325252" y="1520543"/>
                  </a:cubicBezTo>
                  <a:cubicBezTo>
                    <a:pt x="13315092" y="1542133"/>
                    <a:pt x="13301122" y="1568803"/>
                    <a:pt x="13269372" y="1584043"/>
                  </a:cubicBezTo>
                  <a:cubicBezTo>
                    <a:pt x="13210952" y="1613253"/>
                    <a:pt x="13076331" y="1586583"/>
                    <a:pt x="12959492" y="1601823"/>
                  </a:cubicBezTo>
                  <a:cubicBezTo>
                    <a:pt x="12804551" y="1620873"/>
                    <a:pt x="12641992" y="1657703"/>
                    <a:pt x="12426092" y="1704693"/>
                  </a:cubicBezTo>
                  <a:cubicBezTo>
                    <a:pt x="12087001" y="1779623"/>
                    <a:pt x="11660282" y="1882493"/>
                    <a:pt x="11120532" y="2023463"/>
                  </a:cubicBezTo>
                  <a:cubicBezTo>
                    <a:pt x="10234071" y="2257143"/>
                    <a:pt x="8255411" y="2819753"/>
                    <a:pt x="7616601" y="3008983"/>
                  </a:cubicBezTo>
                  <a:cubicBezTo>
                    <a:pt x="7374032" y="3081373"/>
                    <a:pt x="7220361" y="3123283"/>
                    <a:pt x="7117492" y="3165193"/>
                  </a:cubicBezTo>
                  <a:cubicBezTo>
                    <a:pt x="7069232" y="3185513"/>
                    <a:pt x="7047642" y="3210913"/>
                    <a:pt x="7013351" y="3217263"/>
                  </a:cubicBezTo>
                  <a:cubicBezTo>
                    <a:pt x="6984142" y="3223613"/>
                    <a:pt x="6952392" y="3223613"/>
                    <a:pt x="6928261" y="3213453"/>
                  </a:cubicBezTo>
                  <a:cubicBezTo>
                    <a:pt x="6904132" y="3202023"/>
                    <a:pt x="6880001" y="3174083"/>
                    <a:pt x="6868572" y="3152493"/>
                  </a:cubicBezTo>
                  <a:cubicBezTo>
                    <a:pt x="6858411" y="3134713"/>
                    <a:pt x="6855872" y="3116933"/>
                    <a:pt x="6858411" y="3096613"/>
                  </a:cubicBezTo>
                  <a:cubicBezTo>
                    <a:pt x="6860951" y="3072483"/>
                    <a:pt x="6862222" y="3049623"/>
                    <a:pt x="6892701" y="3019143"/>
                  </a:cubicBezTo>
                  <a:cubicBezTo>
                    <a:pt x="7019701" y="2888333"/>
                    <a:pt x="7837582" y="2554323"/>
                    <a:pt x="8263032" y="2357473"/>
                  </a:cubicBezTo>
                  <a:cubicBezTo>
                    <a:pt x="8628792" y="2188563"/>
                    <a:pt x="8872632" y="2090773"/>
                    <a:pt x="9289192" y="1900273"/>
                  </a:cubicBezTo>
                  <a:cubicBezTo>
                    <a:pt x="9949592" y="1600553"/>
                    <a:pt x="11573922" y="753463"/>
                    <a:pt x="11833001" y="720443"/>
                  </a:cubicBezTo>
                  <a:cubicBezTo>
                    <a:pt x="11877451" y="714093"/>
                    <a:pt x="11891422" y="721713"/>
                    <a:pt x="11914282" y="734413"/>
                  </a:cubicBezTo>
                  <a:cubicBezTo>
                    <a:pt x="11935872" y="748383"/>
                    <a:pt x="11957461" y="775053"/>
                    <a:pt x="11965082" y="800453"/>
                  </a:cubicBezTo>
                  <a:cubicBezTo>
                    <a:pt x="11972701" y="824583"/>
                    <a:pt x="11970161" y="858873"/>
                    <a:pt x="11960001" y="883003"/>
                  </a:cubicBezTo>
                  <a:cubicBezTo>
                    <a:pt x="11949842" y="905863"/>
                    <a:pt x="11939682" y="916023"/>
                    <a:pt x="11901582" y="941423"/>
                  </a:cubicBezTo>
                  <a:cubicBezTo>
                    <a:pt x="11697111" y="1070963"/>
                    <a:pt x="10309001" y="1514193"/>
                    <a:pt x="9674001" y="1750413"/>
                  </a:cubicBezTo>
                  <a:cubicBezTo>
                    <a:pt x="9195212" y="1929483"/>
                    <a:pt x="8857392" y="2056483"/>
                    <a:pt x="8419242" y="2230473"/>
                  </a:cubicBezTo>
                  <a:cubicBezTo>
                    <a:pt x="7931561" y="2424783"/>
                    <a:pt x="7076851" y="2822293"/>
                    <a:pt x="6883811" y="2862933"/>
                  </a:cubicBezTo>
                  <a:cubicBezTo>
                    <a:pt x="6840632" y="2871823"/>
                    <a:pt x="6825392" y="2873093"/>
                    <a:pt x="6802532" y="2864203"/>
                  </a:cubicBezTo>
                  <a:cubicBezTo>
                    <a:pt x="6778401" y="2856583"/>
                    <a:pt x="6753001" y="2831183"/>
                    <a:pt x="6740301" y="2812133"/>
                  </a:cubicBezTo>
                  <a:cubicBezTo>
                    <a:pt x="6730142" y="2795623"/>
                    <a:pt x="6725061" y="2777843"/>
                    <a:pt x="6725061" y="2758793"/>
                  </a:cubicBezTo>
                  <a:cubicBezTo>
                    <a:pt x="6726332" y="2735933"/>
                    <a:pt x="6739032" y="2700373"/>
                    <a:pt x="6753001" y="2682593"/>
                  </a:cubicBezTo>
                  <a:cubicBezTo>
                    <a:pt x="6764432" y="2666083"/>
                    <a:pt x="6775861" y="2653383"/>
                    <a:pt x="6797451" y="2649573"/>
                  </a:cubicBezTo>
                  <a:cubicBezTo>
                    <a:pt x="6839361" y="2643223"/>
                    <a:pt x="6913022" y="2714343"/>
                    <a:pt x="7001922" y="2721963"/>
                  </a:cubicBezTo>
                  <a:cubicBezTo>
                    <a:pt x="7154322" y="2734663"/>
                    <a:pt x="7366412" y="2678783"/>
                    <a:pt x="7644542" y="2614013"/>
                  </a:cubicBezTo>
                  <a:cubicBezTo>
                    <a:pt x="8183022" y="2488283"/>
                    <a:pt x="9334912" y="2113633"/>
                    <a:pt x="9981342" y="1915513"/>
                  </a:cubicBezTo>
                  <a:cubicBezTo>
                    <a:pt x="10442351" y="1774543"/>
                    <a:pt x="10797951" y="1667863"/>
                    <a:pt x="11163711" y="1543403"/>
                  </a:cubicBezTo>
                  <a:cubicBezTo>
                    <a:pt x="11485022" y="1434183"/>
                    <a:pt x="11756801" y="1318613"/>
                    <a:pt x="12060332" y="1215743"/>
                  </a:cubicBezTo>
                  <a:cubicBezTo>
                    <a:pt x="12367672" y="1111603"/>
                    <a:pt x="12851542" y="942693"/>
                    <a:pt x="12993781" y="924913"/>
                  </a:cubicBezTo>
                  <a:cubicBezTo>
                    <a:pt x="13035692" y="919833"/>
                    <a:pt x="13053472" y="921103"/>
                    <a:pt x="13076331" y="928723"/>
                  </a:cubicBezTo>
                  <a:cubicBezTo>
                    <a:pt x="13094111" y="936343"/>
                    <a:pt x="13108081" y="949043"/>
                    <a:pt x="13119511" y="963013"/>
                  </a:cubicBezTo>
                  <a:cubicBezTo>
                    <a:pt x="13130942" y="976983"/>
                    <a:pt x="13139831" y="993493"/>
                    <a:pt x="13142372" y="1012543"/>
                  </a:cubicBezTo>
                  <a:cubicBezTo>
                    <a:pt x="13144911" y="1035403"/>
                    <a:pt x="13141102" y="1070963"/>
                    <a:pt x="13128402" y="1092553"/>
                  </a:cubicBezTo>
                  <a:cubicBezTo>
                    <a:pt x="13115702" y="1115413"/>
                    <a:pt x="13096652" y="1128113"/>
                    <a:pt x="13064902" y="1143353"/>
                  </a:cubicBezTo>
                  <a:cubicBezTo>
                    <a:pt x="12991242" y="1178913"/>
                    <a:pt x="12833761" y="1194153"/>
                    <a:pt x="12673742" y="1236063"/>
                  </a:cubicBezTo>
                  <a:cubicBezTo>
                    <a:pt x="12415932" y="1303373"/>
                    <a:pt x="12048901" y="1412593"/>
                    <a:pt x="11671711" y="1525623"/>
                  </a:cubicBezTo>
                  <a:cubicBezTo>
                    <a:pt x="11180222" y="1672943"/>
                    <a:pt x="10604911" y="1849473"/>
                    <a:pt x="9980072" y="2051403"/>
                  </a:cubicBezTo>
                  <a:cubicBezTo>
                    <a:pt x="9193942" y="2304133"/>
                    <a:pt x="7935372" y="2718153"/>
                    <a:pt x="7329582" y="2936593"/>
                  </a:cubicBezTo>
                  <a:cubicBezTo>
                    <a:pt x="7009542" y="3052163"/>
                    <a:pt x="6798722" y="3144873"/>
                    <a:pt x="6601872" y="3218533"/>
                  </a:cubicBezTo>
                  <a:cubicBezTo>
                    <a:pt x="6469792" y="3268063"/>
                    <a:pt x="6332632" y="3322673"/>
                    <a:pt x="6267862" y="3337913"/>
                  </a:cubicBezTo>
                  <a:cubicBezTo>
                    <a:pt x="6242462" y="3344263"/>
                    <a:pt x="6232302" y="3348073"/>
                    <a:pt x="6213252" y="3345533"/>
                  </a:cubicBezTo>
                  <a:cubicBezTo>
                    <a:pt x="6190392" y="3341723"/>
                    <a:pt x="6158642" y="3326483"/>
                    <a:pt x="6142132" y="3308703"/>
                  </a:cubicBezTo>
                  <a:cubicBezTo>
                    <a:pt x="6124352" y="3289653"/>
                    <a:pt x="6114192" y="3255363"/>
                    <a:pt x="6112922" y="3232503"/>
                  </a:cubicBezTo>
                  <a:cubicBezTo>
                    <a:pt x="6111652" y="3213453"/>
                    <a:pt x="6115462" y="3195673"/>
                    <a:pt x="6125622" y="3179163"/>
                  </a:cubicBezTo>
                  <a:cubicBezTo>
                    <a:pt x="6137052" y="3158843"/>
                    <a:pt x="6145942" y="3149953"/>
                    <a:pt x="6185312" y="3124553"/>
                  </a:cubicBezTo>
                  <a:cubicBezTo>
                    <a:pt x="6474872" y="2937863"/>
                    <a:pt x="9493662" y="1658973"/>
                    <a:pt x="10173112" y="1352903"/>
                  </a:cubicBezTo>
                  <a:cubicBezTo>
                    <a:pt x="10408062" y="1247493"/>
                    <a:pt x="10536332" y="1201773"/>
                    <a:pt x="10645551" y="1137003"/>
                  </a:cubicBezTo>
                  <a:cubicBezTo>
                    <a:pt x="10709051" y="1098903"/>
                    <a:pt x="10744612" y="1041753"/>
                    <a:pt x="10787792" y="1031593"/>
                  </a:cubicBezTo>
                  <a:cubicBezTo>
                    <a:pt x="10817001" y="1023973"/>
                    <a:pt x="10848751" y="1032863"/>
                    <a:pt x="10870342" y="1045563"/>
                  </a:cubicBezTo>
                  <a:cubicBezTo>
                    <a:pt x="10893201" y="1059533"/>
                    <a:pt x="10916062" y="1087473"/>
                    <a:pt x="10923682" y="1112873"/>
                  </a:cubicBezTo>
                  <a:cubicBezTo>
                    <a:pt x="10931301" y="1137003"/>
                    <a:pt x="10930032" y="1172563"/>
                    <a:pt x="10918601" y="1196693"/>
                  </a:cubicBezTo>
                  <a:cubicBezTo>
                    <a:pt x="10908442" y="1220823"/>
                    <a:pt x="10895742" y="1237333"/>
                    <a:pt x="10858912" y="1257653"/>
                  </a:cubicBezTo>
                  <a:cubicBezTo>
                    <a:pt x="10730642" y="1326233"/>
                    <a:pt x="10221372" y="1365603"/>
                    <a:pt x="9849262" y="1455773"/>
                  </a:cubicBezTo>
                  <a:cubicBezTo>
                    <a:pt x="9376822" y="1570073"/>
                    <a:pt x="8821832" y="1745333"/>
                    <a:pt x="8257951" y="1915513"/>
                  </a:cubicBezTo>
                  <a:cubicBezTo>
                    <a:pt x="7611522" y="2112363"/>
                    <a:pt x="6920642" y="2323183"/>
                    <a:pt x="6187852" y="2573373"/>
                  </a:cubicBezTo>
                  <a:cubicBezTo>
                    <a:pt x="5340762" y="2864203"/>
                    <a:pt x="4286662" y="3264253"/>
                    <a:pt x="3475132" y="3570323"/>
                  </a:cubicBezTo>
                  <a:cubicBezTo>
                    <a:pt x="2812192" y="3821783"/>
                    <a:pt x="2183542" y="4066893"/>
                    <a:pt x="1670462" y="4270093"/>
                  </a:cubicBezTo>
                  <a:cubicBezTo>
                    <a:pt x="1288192" y="4421223"/>
                    <a:pt x="932592" y="4555843"/>
                    <a:pt x="669701" y="4671413"/>
                  </a:cubicBezTo>
                  <a:cubicBezTo>
                    <a:pt x="494441" y="4747613"/>
                    <a:pt x="315371" y="4808573"/>
                    <a:pt x="237901" y="4874613"/>
                  </a:cubicBezTo>
                  <a:cubicBezTo>
                    <a:pt x="198531" y="4908903"/>
                    <a:pt x="190911" y="4959703"/>
                    <a:pt x="171861" y="4974943"/>
                  </a:cubicBezTo>
                  <a:cubicBezTo>
                    <a:pt x="161701" y="4981293"/>
                    <a:pt x="155351" y="4982563"/>
                    <a:pt x="143921" y="4983833"/>
                  </a:cubicBezTo>
                  <a:cubicBezTo>
                    <a:pt x="123601" y="4985103"/>
                    <a:pt x="82961" y="4981293"/>
                    <a:pt x="60101" y="4969863"/>
                  </a:cubicBezTo>
                  <a:cubicBezTo>
                    <a:pt x="42321" y="4960973"/>
                    <a:pt x="29621" y="4945733"/>
                    <a:pt x="19461" y="4930493"/>
                  </a:cubicBezTo>
                  <a:cubicBezTo>
                    <a:pt x="9301" y="4915253"/>
                    <a:pt x="1681" y="4896203"/>
                    <a:pt x="1681" y="4877153"/>
                  </a:cubicBezTo>
                  <a:cubicBezTo>
                    <a:pt x="411" y="4853023"/>
                    <a:pt x="11841" y="4816193"/>
                    <a:pt x="24541" y="4795873"/>
                  </a:cubicBezTo>
                  <a:cubicBezTo>
                    <a:pt x="35971" y="4779363"/>
                    <a:pt x="43591" y="4774283"/>
                    <a:pt x="68991" y="4759043"/>
                  </a:cubicBezTo>
                  <a:cubicBezTo>
                    <a:pt x="151541" y="4710783"/>
                    <a:pt x="414431" y="4626963"/>
                    <a:pt x="662081" y="4526633"/>
                  </a:cubicBezTo>
                  <a:cubicBezTo>
                    <a:pt x="1083722" y="4356453"/>
                    <a:pt x="1779682" y="4070703"/>
                    <a:pt x="2363882" y="3814163"/>
                  </a:cubicBezTo>
                  <a:cubicBezTo>
                    <a:pt x="2993801" y="3538573"/>
                    <a:pt x="3641501" y="3222343"/>
                    <a:pt x="4309522" y="2923893"/>
                  </a:cubicBezTo>
                  <a:cubicBezTo>
                    <a:pt x="5014372" y="2608933"/>
                    <a:pt x="5813201" y="2276193"/>
                    <a:pt x="6488842" y="1973933"/>
                  </a:cubicBezTo>
                  <a:cubicBezTo>
                    <a:pt x="7081932" y="1708503"/>
                    <a:pt x="7635651" y="1444343"/>
                    <a:pt x="8152542" y="1210663"/>
                  </a:cubicBezTo>
                  <a:cubicBezTo>
                    <a:pt x="8599582" y="1008733"/>
                    <a:pt x="9028842" y="814423"/>
                    <a:pt x="9408572" y="654403"/>
                  </a:cubicBezTo>
                  <a:cubicBezTo>
                    <a:pt x="9719722" y="523593"/>
                    <a:pt x="10029601" y="401673"/>
                    <a:pt x="10263282" y="312773"/>
                  </a:cubicBezTo>
                  <a:cubicBezTo>
                    <a:pt x="10422032" y="251813"/>
                    <a:pt x="10555382" y="207363"/>
                    <a:pt x="10669682" y="166723"/>
                  </a:cubicBezTo>
                  <a:cubicBezTo>
                    <a:pt x="10752232" y="136243"/>
                    <a:pt x="10827161" y="98143"/>
                    <a:pt x="10883042" y="90523"/>
                  </a:cubicBezTo>
                  <a:cubicBezTo>
                    <a:pt x="10917332" y="85443"/>
                    <a:pt x="10945272" y="86713"/>
                    <a:pt x="10968132" y="95603"/>
                  </a:cubicBezTo>
                  <a:cubicBezTo>
                    <a:pt x="10987182" y="101953"/>
                    <a:pt x="11002422" y="113383"/>
                    <a:pt x="11013851" y="129893"/>
                  </a:cubicBezTo>
                  <a:cubicBezTo>
                    <a:pt x="11027822" y="150213"/>
                    <a:pt x="11039251" y="187043"/>
                    <a:pt x="11040522" y="211173"/>
                  </a:cubicBezTo>
                  <a:cubicBezTo>
                    <a:pt x="11040522" y="231493"/>
                    <a:pt x="11032901" y="250543"/>
                    <a:pt x="11022742" y="267053"/>
                  </a:cubicBezTo>
                  <a:cubicBezTo>
                    <a:pt x="11013851" y="282293"/>
                    <a:pt x="11007501" y="289913"/>
                    <a:pt x="10983372" y="307693"/>
                  </a:cubicBezTo>
                  <a:cubicBezTo>
                    <a:pt x="10871611" y="382623"/>
                    <a:pt x="10382661" y="569313"/>
                    <a:pt x="9967372" y="733143"/>
                  </a:cubicBezTo>
                  <a:cubicBezTo>
                    <a:pt x="9326022" y="985873"/>
                    <a:pt x="8172861" y="1410053"/>
                    <a:pt x="7497222" y="1652623"/>
                  </a:cubicBezTo>
                  <a:cubicBezTo>
                    <a:pt x="7029861" y="1820263"/>
                    <a:pt x="6693311" y="1921863"/>
                    <a:pt x="6305962" y="2064103"/>
                  </a:cubicBezTo>
                  <a:cubicBezTo>
                    <a:pt x="5933851" y="2201263"/>
                    <a:pt x="5576981" y="2358743"/>
                    <a:pt x="5217572" y="2489553"/>
                  </a:cubicBezTo>
                  <a:cubicBezTo>
                    <a:pt x="4870862" y="2615283"/>
                    <a:pt x="4317142" y="2827373"/>
                    <a:pt x="4187601" y="2836263"/>
                  </a:cubicBezTo>
                  <a:cubicBezTo>
                    <a:pt x="4158392" y="2837533"/>
                    <a:pt x="4149501" y="2832453"/>
                    <a:pt x="4132992" y="2824833"/>
                  </a:cubicBezTo>
                  <a:cubicBezTo>
                    <a:pt x="4116482" y="2817213"/>
                    <a:pt x="4099972" y="2804513"/>
                    <a:pt x="4088542" y="2790543"/>
                  </a:cubicBezTo>
                  <a:cubicBezTo>
                    <a:pt x="4077112" y="2775303"/>
                    <a:pt x="4069492" y="2756253"/>
                    <a:pt x="4065682" y="2738473"/>
                  </a:cubicBezTo>
                  <a:cubicBezTo>
                    <a:pt x="4063142" y="2720693"/>
                    <a:pt x="4064412" y="2700373"/>
                    <a:pt x="4069492" y="2682593"/>
                  </a:cubicBezTo>
                  <a:cubicBezTo>
                    <a:pt x="4075842" y="2664813"/>
                    <a:pt x="4082192" y="2653383"/>
                    <a:pt x="4098701" y="2634333"/>
                  </a:cubicBezTo>
                  <a:cubicBezTo>
                    <a:pt x="4138072" y="2594963"/>
                    <a:pt x="4216812" y="2540353"/>
                    <a:pt x="4328572" y="2481933"/>
                  </a:cubicBezTo>
                  <a:cubicBezTo>
                    <a:pt x="4581301" y="2349853"/>
                    <a:pt x="5189632" y="2144113"/>
                    <a:pt x="5629051" y="1965043"/>
                  </a:cubicBezTo>
                  <a:cubicBezTo>
                    <a:pt x="6082442" y="1779623"/>
                    <a:pt x="6610761" y="1558643"/>
                    <a:pt x="7008272" y="1387193"/>
                  </a:cubicBezTo>
                  <a:cubicBezTo>
                    <a:pt x="7313072" y="1256383"/>
                    <a:pt x="7701692" y="1065883"/>
                    <a:pt x="7813451" y="1031593"/>
                  </a:cubicBezTo>
                  <a:cubicBezTo>
                    <a:pt x="7841392" y="1022703"/>
                    <a:pt x="7849011" y="1020163"/>
                    <a:pt x="7866792" y="1021433"/>
                  </a:cubicBezTo>
                  <a:cubicBezTo>
                    <a:pt x="7884572" y="1022703"/>
                    <a:pt x="7904892" y="1029053"/>
                    <a:pt x="7920132" y="1037943"/>
                  </a:cubicBezTo>
                  <a:cubicBezTo>
                    <a:pt x="7935372" y="1046833"/>
                    <a:pt x="7949342" y="1060803"/>
                    <a:pt x="7958232" y="1076043"/>
                  </a:cubicBezTo>
                  <a:cubicBezTo>
                    <a:pt x="7968392" y="1091283"/>
                    <a:pt x="7973472" y="1111603"/>
                    <a:pt x="7974742" y="1129383"/>
                  </a:cubicBezTo>
                  <a:cubicBezTo>
                    <a:pt x="7976011" y="1147163"/>
                    <a:pt x="7974742" y="1166213"/>
                    <a:pt x="7965851" y="1182723"/>
                  </a:cubicBezTo>
                  <a:cubicBezTo>
                    <a:pt x="7954422" y="1203043"/>
                    <a:pt x="7939182" y="1227173"/>
                    <a:pt x="7908701" y="1241143"/>
                  </a:cubicBezTo>
                  <a:cubicBezTo>
                    <a:pt x="7846472" y="1266543"/>
                    <a:pt x="7686451" y="1230983"/>
                    <a:pt x="7579772" y="1244953"/>
                  </a:cubicBezTo>
                  <a:cubicBezTo>
                    <a:pt x="7474361" y="1258923"/>
                    <a:pt x="7407051" y="1295753"/>
                    <a:pt x="7272432" y="1322423"/>
                  </a:cubicBezTo>
                  <a:cubicBezTo>
                    <a:pt x="7022242" y="1371953"/>
                    <a:pt x="6485032" y="1448153"/>
                    <a:pt x="6182772" y="1481173"/>
                  </a:cubicBezTo>
                  <a:cubicBezTo>
                    <a:pt x="5969412" y="1505303"/>
                    <a:pt x="5827172" y="1521813"/>
                    <a:pt x="5635401" y="1521813"/>
                  </a:cubicBezTo>
                  <a:cubicBezTo>
                    <a:pt x="5423312" y="1523083"/>
                    <a:pt x="5187092" y="1486253"/>
                    <a:pt x="4967382" y="1479903"/>
                  </a:cubicBezTo>
                  <a:cubicBezTo>
                    <a:pt x="4752751" y="1473553"/>
                    <a:pt x="4531772" y="1471013"/>
                    <a:pt x="4332382" y="1483713"/>
                  </a:cubicBezTo>
                  <a:cubicBezTo>
                    <a:pt x="4153312" y="1495143"/>
                    <a:pt x="3983132" y="1533243"/>
                    <a:pt x="3825651" y="1545943"/>
                  </a:cubicBezTo>
                  <a:cubicBezTo>
                    <a:pt x="3688492" y="1557373"/>
                    <a:pt x="3584351" y="1549753"/>
                    <a:pt x="3439572" y="1563723"/>
                  </a:cubicBezTo>
                  <a:cubicBezTo>
                    <a:pt x="3254151" y="1580233"/>
                    <a:pt x="2992532" y="1619603"/>
                    <a:pt x="2807112" y="1650083"/>
                  </a:cubicBezTo>
                  <a:cubicBezTo>
                    <a:pt x="2659792" y="1674213"/>
                    <a:pt x="2546762" y="1716123"/>
                    <a:pt x="2414682" y="1725013"/>
                  </a:cubicBezTo>
                  <a:cubicBezTo>
                    <a:pt x="2281332" y="1733903"/>
                    <a:pt x="2112422" y="1728823"/>
                    <a:pt x="2009552" y="1704693"/>
                  </a:cubicBezTo>
                  <a:cubicBezTo>
                    <a:pt x="1942242" y="1688183"/>
                    <a:pt x="1919382" y="1656433"/>
                    <a:pt x="1849532" y="1632303"/>
                  </a:cubicBezTo>
                  <a:cubicBezTo>
                    <a:pt x="1728882" y="1590393"/>
                    <a:pt x="1477422" y="1551023"/>
                    <a:pt x="1335182" y="1511653"/>
                  </a:cubicBezTo>
                  <a:cubicBezTo>
                    <a:pt x="1234852" y="1483713"/>
                    <a:pt x="1153572" y="1465933"/>
                    <a:pt x="1078642" y="1431643"/>
                  </a:cubicBezTo>
                  <a:cubicBezTo>
                    <a:pt x="1012602" y="1399893"/>
                    <a:pt x="935132" y="1361793"/>
                    <a:pt x="902112" y="1319883"/>
                  </a:cubicBezTo>
                  <a:cubicBezTo>
                    <a:pt x="880522" y="1290673"/>
                    <a:pt x="872902" y="1257653"/>
                    <a:pt x="872902" y="1225903"/>
                  </a:cubicBezTo>
                  <a:cubicBezTo>
                    <a:pt x="874172" y="1195423"/>
                    <a:pt x="886872" y="1158593"/>
                    <a:pt x="905922" y="1134463"/>
                  </a:cubicBezTo>
                  <a:cubicBezTo>
                    <a:pt x="924972" y="1110333"/>
                    <a:pt x="963072" y="1090013"/>
                    <a:pt x="988472" y="1081123"/>
                  </a:cubicBezTo>
                  <a:cubicBezTo>
                    <a:pt x="1004982" y="1074773"/>
                    <a:pt x="1018952" y="1073503"/>
                    <a:pt x="1036732" y="1076043"/>
                  </a:cubicBezTo>
                  <a:cubicBezTo>
                    <a:pt x="1063402" y="1081123"/>
                    <a:pt x="1106582" y="1098903"/>
                    <a:pt x="1126902" y="1114143"/>
                  </a:cubicBezTo>
                  <a:cubicBezTo>
                    <a:pt x="1142142" y="1125573"/>
                    <a:pt x="1151032" y="1135733"/>
                    <a:pt x="1158652" y="1152243"/>
                  </a:cubicBezTo>
                  <a:cubicBezTo>
                    <a:pt x="1170082" y="1176373"/>
                    <a:pt x="1178972" y="1222093"/>
                    <a:pt x="1177702" y="1248763"/>
                  </a:cubicBezTo>
                  <a:cubicBezTo>
                    <a:pt x="1176432" y="1266543"/>
                    <a:pt x="1172622" y="1279243"/>
                    <a:pt x="1163732" y="1295753"/>
                  </a:cubicBezTo>
                  <a:cubicBezTo>
                    <a:pt x="1149762" y="1318613"/>
                    <a:pt x="1123092" y="1351633"/>
                    <a:pt x="1095152" y="1365603"/>
                  </a:cubicBezTo>
                  <a:cubicBezTo>
                    <a:pt x="1067212" y="1379573"/>
                    <a:pt x="1025302" y="1382113"/>
                    <a:pt x="998632" y="1379573"/>
                  </a:cubicBezTo>
                  <a:cubicBezTo>
                    <a:pt x="979582" y="1377033"/>
                    <a:pt x="968152" y="1373223"/>
                    <a:pt x="951642" y="1363063"/>
                  </a:cubicBezTo>
                  <a:cubicBezTo>
                    <a:pt x="930052" y="1347823"/>
                    <a:pt x="898302" y="1313533"/>
                    <a:pt x="885602" y="1290673"/>
                  </a:cubicBezTo>
                  <a:cubicBezTo>
                    <a:pt x="876712" y="1274163"/>
                    <a:pt x="875442" y="1258923"/>
                    <a:pt x="874172" y="1242413"/>
                  </a:cubicBezTo>
                  <a:cubicBezTo>
                    <a:pt x="872902" y="1227173"/>
                    <a:pt x="871632" y="1210663"/>
                    <a:pt x="877982" y="1192883"/>
                  </a:cubicBezTo>
                  <a:cubicBezTo>
                    <a:pt x="885602" y="1168753"/>
                    <a:pt x="905922" y="1130653"/>
                    <a:pt x="928782" y="1110333"/>
                  </a:cubicBezTo>
                  <a:cubicBezTo>
                    <a:pt x="952912" y="1091283"/>
                    <a:pt x="994822" y="1079853"/>
                    <a:pt x="1020222" y="1076043"/>
                  </a:cubicBezTo>
                  <a:cubicBezTo>
                    <a:pt x="1039272" y="1073503"/>
                    <a:pt x="1051972" y="1076043"/>
                    <a:pt x="1069752" y="1082393"/>
                  </a:cubicBezTo>
                  <a:cubicBezTo>
                    <a:pt x="1093882" y="1092553"/>
                    <a:pt x="1121822" y="1123033"/>
                    <a:pt x="1149762" y="1138273"/>
                  </a:cubicBezTo>
                  <a:cubicBezTo>
                    <a:pt x="1176432" y="1153513"/>
                    <a:pt x="1200562" y="1163673"/>
                    <a:pt x="1233582" y="1175103"/>
                  </a:cubicBezTo>
                  <a:cubicBezTo>
                    <a:pt x="1280572" y="1192883"/>
                    <a:pt x="1336452" y="1208123"/>
                    <a:pt x="1405032" y="1225903"/>
                  </a:cubicBezTo>
                  <a:cubicBezTo>
                    <a:pt x="1505362" y="1252573"/>
                    <a:pt x="1657762" y="1279243"/>
                    <a:pt x="1780952" y="1313533"/>
                  </a:cubicBezTo>
                  <a:cubicBezTo>
                    <a:pt x="1902872" y="1346553"/>
                    <a:pt x="2028602" y="1401163"/>
                    <a:pt x="2139092" y="1426563"/>
                  </a:cubicBezTo>
                  <a:cubicBezTo>
                    <a:pt x="2229262" y="1445613"/>
                    <a:pt x="2311812" y="1458313"/>
                    <a:pt x="2389282" y="1459583"/>
                  </a:cubicBezTo>
                  <a:cubicBezTo>
                    <a:pt x="2455322" y="1462123"/>
                    <a:pt x="2489612" y="1454503"/>
                    <a:pt x="2573432" y="1444343"/>
                  </a:cubicBezTo>
                  <a:cubicBezTo>
                    <a:pt x="2753772" y="1421483"/>
                    <a:pt x="3200812" y="1330043"/>
                    <a:pt x="3424332" y="1303373"/>
                  </a:cubicBezTo>
                  <a:cubicBezTo>
                    <a:pt x="3570382" y="1286863"/>
                    <a:pt x="3652932" y="1291943"/>
                    <a:pt x="3785012" y="1277973"/>
                  </a:cubicBezTo>
                  <a:cubicBezTo>
                    <a:pt x="3948842" y="1258923"/>
                    <a:pt x="4127912" y="1206853"/>
                    <a:pt x="4332382" y="1194153"/>
                  </a:cubicBezTo>
                  <a:cubicBezTo>
                    <a:pt x="4591462" y="1180183"/>
                    <a:pt x="4977542" y="1205583"/>
                    <a:pt x="5215032" y="1227173"/>
                  </a:cubicBezTo>
                  <a:cubicBezTo>
                    <a:pt x="5377592" y="1241143"/>
                    <a:pt x="5508401" y="1276703"/>
                    <a:pt x="5622701" y="1283053"/>
                  </a:cubicBezTo>
                  <a:cubicBezTo>
                    <a:pt x="5706522" y="1286863"/>
                    <a:pt x="5759862" y="1280513"/>
                    <a:pt x="5838601" y="1276703"/>
                  </a:cubicBezTo>
                  <a:cubicBezTo>
                    <a:pt x="5932582" y="1270353"/>
                    <a:pt x="6037992" y="1262733"/>
                    <a:pt x="6152292" y="1250033"/>
                  </a:cubicBezTo>
                  <a:cubicBezTo>
                    <a:pt x="6288182" y="1236063"/>
                    <a:pt x="6441851" y="1213203"/>
                    <a:pt x="6603142" y="1189073"/>
                  </a:cubicBezTo>
                  <a:cubicBezTo>
                    <a:pt x="6791101" y="1162403"/>
                    <a:pt x="7042561" y="1128113"/>
                    <a:pt x="7214011" y="1092553"/>
                  </a:cubicBezTo>
                  <a:cubicBezTo>
                    <a:pt x="7341011" y="1065883"/>
                    <a:pt x="7436261" y="1016353"/>
                    <a:pt x="7540401" y="1007463"/>
                  </a:cubicBezTo>
                  <a:cubicBezTo>
                    <a:pt x="7634382" y="999843"/>
                    <a:pt x="7757572" y="1034133"/>
                    <a:pt x="7813451" y="1031593"/>
                  </a:cubicBezTo>
                  <a:cubicBezTo>
                    <a:pt x="7837582" y="1030323"/>
                    <a:pt x="7849011" y="1020163"/>
                    <a:pt x="7866792" y="1021433"/>
                  </a:cubicBezTo>
                  <a:cubicBezTo>
                    <a:pt x="7884572" y="1022703"/>
                    <a:pt x="7904892" y="1029053"/>
                    <a:pt x="7920132" y="1037943"/>
                  </a:cubicBezTo>
                  <a:cubicBezTo>
                    <a:pt x="7935372" y="1046833"/>
                    <a:pt x="7949342" y="1060803"/>
                    <a:pt x="7958232" y="1076043"/>
                  </a:cubicBezTo>
                  <a:cubicBezTo>
                    <a:pt x="7968392" y="1091283"/>
                    <a:pt x="7974742" y="1109063"/>
                    <a:pt x="7974742" y="1129383"/>
                  </a:cubicBezTo>
                  <a:cubicBezTo>
                    <a:pt x="7974742" y="1152243"/>
                    <a:pt x="7964582" y="1187803"/>
                    <a:pt x="7951882" y="1206853"/>
                  </a:cubicBezTo>
                  <a:cubicBezTo>
                    <a:pt x="7940451" y="1222093"/>
                    <a:pt x="7932832" y="1225903"/>
                    <a:pt x="7908701" y="1241143"/>
                  </a:cubicBezTo>
                  <a:cubicBezTo>
                    <a:pt x="7808372" y="1300833"/>
                    <a:pt x="7403242" y="1468473"/>
                    <a:pt x="7095901" y="1600553"/>
                  </a:cubicBezTo>
                  <a:cubicBezTo>
                    <a:pt x="6697122" y="1773273"/>
                    <a:pt x="6163722" y="1996793"/>
                    <a:pt x="5712872" y="2180943"/>
                  </a:cubicBezTo>
                  <a:cubicBezTo>
                    <a:pt x="5284881" y="2356203"/>
                    <a:pt x="4708301" y="2551783"/>
                    <a:pt x="4456842" y="2678783"/>
                  </a:cubicBezTo>
                  <a:cubicBezTo>
                    <a:pt x="4341272" y="2737203"/>
                    <a:pt x="4257451" y="2814673"/>
                    <a:pt x="4215542" y="2831183"/>
                  </a:cubicBezTo>
                  <a:cubicBezTo>
                    <a:pt x="4202842" y="2836263"/>
                    <a:pt x="4199031" y="2836263"/>
                    <a:pt x="4187601" y="2836263"/>
                  </a:cubicBezTo>
                  <a:cubicBezTo>
                    <a:pt x="4168551" y="2834993"/>
                    <a:pt x="4129181" y="2826103"/>
                    <a:pt x="4108862" y="2810863"/>
                  </a:cubicBezTo>
                  <a:cubicBezTo>
                    <a:pt x="4088542" y="2794353"/>
                    <a:pt x="4070762" y="2763873"/>
                    <a:pt x="4065681" y="2738473"/>
                  </a:cubicBezTo>
                  <a:cubicBezTo>
                    <a:pt x="4061872" y="2713073"/>
                    <a:pt x="4068222" y="2678783"/>
                    <a:pt x="4080922" y="2657193"/>
                  </a:cubicBezTo>
                  <a:cubicBezTo>
                    <a:pt x="4094892" y="2634333"/>
                    <a:pt x="4110131" y="2625443"/>
                    <a:pt x="4146962" y="2606393"/>
                  </a:cubicBezTo>
                  <a:cubicBezTo>
                    <a:pt x="4280312" y="2535273"/>
                    <a:pt x="4797201" y="2396843"/>
                    <a:pt x="5133751" y="2274923"/>
                  </a:cubicBezTo>
                  <a:cubicBezTo>
                    <a:pt x="5490622" y="2145383"/>
                    <a:pt x="5856381" y="1984093"/>
                    <a:pt x="6231031" y="1845663"/>
                  </a:cubicBezTo>
                  <a:cubicBezTo>
                    <a:pt x="6617111" y="1703423"/>
                    <a:pt x="6951121" y="1603093"/>
                    <a:pt x="7415942" y="1435453"/>
                  </a:cubicBezTo>
                  <a:cubicBezTo>
                    <a:pt x="8090311" y="1194153"/>
                    <a:pt x="9240932" y="771243"/>
                    <a:pt x="9878471" y="517243"/>
                  </a:cubicBezTo>
                  <a:cubicBezTo>
                    <a:pt x="10289951" y="353413"/>
                    <a:pt x="10753501" y="122273"/>
                    <a:pt x="10883042" y="90523"/>
                  </a:cubicBezTo>
                  <a:cubicBezTo>
                    <a:pt x="10913521" y="82903"/>
                    <a:pt x="10922411" y="82903"/>
                    <a:pt x="10941461" y="86713"/>
                  </a:cubicBezTo>
                  <a:cubicBezTo>
                    <a:pt x="10959242" y="90523"/>
                    <a:pt x="10978292" y="96873"/>
                    <a:pt x="10993532" y="109573"/>
                  </a:cubicBezTo>
                  <a:cubicBezTo>
                    <a:pt x="11011311" y="126083"/>
                    <a:pt x="11031632" y="159103"/>
                    <a:pt x="11037982" y="183233"/>
                  </a:cubicBezTo>
                  <a:cubicBezTo>
                    <a:pt x="11043061" y="202283"/>
                    <a:pt x="11040521" y="222603"/>
                    <a:pt x="11035442" y="240383"/>
                  </a:cubicBezTo>
                  <a:cubicBezTo>
                    <a:pt x="11029092" y="258163"/>
                    <a:pt x="11018932" y="275943"/>
                    <a:pt x="11004961" y="289913"/>
                  </a:cubicBezTo>
                  <a:cubicBezTo>
                    <a:pt x="10992261" y="302613"/>
                    <a:pt x="10983371" y="307693"/>
                    <a:pt x="10956701" y="319123"/>
                  </a:cubicBezTo>
                  <a:cubicBezTo>
                    <a:pt x="10867801" y="361033"/>
                    <a:pt x="10566811" y="443583"/>
                    <a:pt x="10348371" y="524863"/>
                  </a:cubicBezTo>
                  <a:cubicBezTo>
                    <a:pt x="10088021" y="620113"/>
                    <a:pt x="9809892" y="733143"/>
                    <a:pt x="9501282" y="863953"/>
                  </a:cubicBezTo>
                  <a:cubicBezTo>
                    <a:pt x="9122821" y="1022703"/>
                    <a:pt x="8694832" y="1217013"/>
                    <a:pt x="8247792" y="1418943"/>
                  </a:cubicBezTo>
                  <a:cubicBezTo>
                    <a:pt x="7730901" y="1651353"/>
                    <a:pt x="7174642" y="1918053"/>
                    <a:pt x="6580282" y="2183483"/>
                  </a:cubicBezTo>
                  <a:cubicBezTo>
                    <a:pt x="5904642" y="2485743"/>
                    <a:pt x="5109622" y="2817213"/>
                    <a:pt x="4404772" y="3132173"/>
                  </a:cubicBezTo>
                  <a:cubicBezTo>
                    <a:pt x="3735481" y="3430623"/>
                    <a:pt x="3130961" y="3729073"/>
                    <a:pt x="2452781" y="4024983"/>
                  </a:cubicBezTo>
                  <a:cubicBezTo>
                    <a:pt x="1723801" y="4342483"/>
                    <a:pt x="377602" y="4911443"/>
                    <a:pt x="171861" y="4974943"/>
                  </a:cubicBezTo>
                  <a:cubicBezTo>
                    <a:pt x="140111" y="4983833"/>
                    <a:pt x="135031" y="4987643"/>
                    <a:pt x="115981" y="4986373"/>
                  </a:cubicBezTo>
                  <a:cubicBezTo>
                    <a:pt x="91851" y="4983833"/>
                    <a:pt x="56291" y="4971133"/>
                    <a:pt x="37241" y="4953353"/>
                  </a:cubicBezTo>
                  <a:cubicBezTo>
                    <a:pt x="18191" y="4934303"/>
                    <a:pt x="4221" y="4901283"/>
                    <a:pt x="1681" y="4877153"/>
                  </a:cubicBezTo>
                  <a:cubicBezTo>
                    <a:pt x="-2129" y="4856833"/>
                    <a:pt x="411" y="4841593"/>
                    <a:pt x="10571" y="4820003"/>
                  </a:cubicBezTo>
                  <a:cubicBezTo>
                    <a:pt x="28351" y="4781903"/>
                    <a:pt x="68991" y="4724753"/>
                    <a:pt x="127411" y="4679033"/>
                  </a:cubicBezTo>
                  <a:cubicBezTo>
                    <a:pt x="225201" y="4601563"/>
                    <a:pt x="401731" y="4539333"/>
                    <a:pt x="584611" y="4459323"/>
                  </a:cubicBezTo>
                  <a:cubicBezTo>
                    <a:pt x="852581" y="4341213"/>
                    <a:pt x="1204371" y="4207863"/>
                    <a:pt x="1587911" y="4056733"/>
                  </a:cubicBezTo>
                  <a:cubicBezTo>
                    <a:pt x="2102261" y="3853533"/>
                    <a:pt x="2730911" y="3607153"/>
                    <a:pt x="3396391" y="3355693"/>
                  </a:cubicBezTo>
                  <a:cubicBezTo>
                    <a:pt x="4210461" y="3049623"/>
                    <a:pt x="5269641" y="2647033"/>
                    <a:pt x="6118001" y="2356203"/>
                  </a:cubicBezTo>
                  <a:cubicBezTo>
                    <a:pt x="6853331" y="2104743"/>
                    <a:pt x="7544211" y="1893923"/>
                    <a:pt x="8194451" y="1697073"/>
                  </a:cubicBezTo>
                  <a:cubicBezTo>
                    <a:pt x="8763411" y="1524353"/>
                    <a:pt x="9332371" y="1347823"/>
                    <a:pt x="9804811" y="1230983"/>
                  </a:cubicBezTo>
                  <a:cubicBezTo>
                    <a:pt x="10170571" y="1142083"/>
                    <a:pt x="10639201" y="1032863"/>
                    <a:pt x="10787792" y="1031593"/>
                  </a:cubicBezTo>
                  <a:cubicBezTo>
                    <a:pt x="10830971" y="1030323"/>
                    <a:pt x="10848751" y="1032863"/>
                    <a:pt x="10870342" y="1045563"/>
                  </a:cubicBezTo>
                  <a:cubicBezTo>
                    <a:pt x="10893201" y="1059533"/>
                    <a:pt x="10916061" y="1087473"/>
                    <a:pt x="10923682" y="1112873"/>
                  </a:cubicBezTo>
                  <a:cubicBezTo>
                    <a:pt x="10931301" y="1137003"/>
                    <a:pt x="10927492" y="1173833"/>
                    <a:pt x="10918601" y="1196693"/>
                  </a:cubicBezTo>
                  <a:cubicBezTo>
                    <a:pt x="10912251" y="1215743"/>
                    <a:pt x="10900821" y="1225903"/>
                    <a:pt x="10884311" y="1242413"/>
                  </a:cubicBezTo>
                  <a:cubicBezTo>
                    <a:pt x="10853832" y="1271623"/>
                    <a:pt x="10805571" y="1307183"/>
                    <a:pt x="10742071" y="1344013"/>
                  </a:cubicBezTo>
                  <a:cubicBezTo>
                    <a:pt x="10631582" y="1407513"/>
                    <a:pt x="10502042" y="1455773"/>
                    <a:pt x="10265821" y="1561183"/>
                  </a:cubicBezTo>
                  <a:cubicBezTo>
                    <a:pt x="9580021" y="1871063"/>
                    <a:pt x="6572661" y="3315053"/>
                    <a:pt x="6241192" y="3345533"/>
                  </a:cubicBezTo>
                  <a:cubicBezTo>
                    <a:pt x="6196742" y="3349343"/>
                    <a:pt x="6182772" y="3340453"/>
                    <a:pt x="6162451" y="3326483"/>
                  </a:cubicBezTo>
                  <a:cubicBezTo>
                    <a:pt x="6142131" y="3312513"/>
                    <a:pt x="6121812" y="3284573"/>
                    <a:pt x="6115462" y="3259173"/>
                  </a:cubicBezTo>
                  <a:cubicBezTo>
                    <a:pt x="6109112" y="3235043"/>
                    <a:pt x="6114192" y="3202023"/>
                    <a:pt x="6125622" y="3179163"/>
                  </a:cubicBezTo>
                  <a:cubicBezTo>
                    <a:pt x="6137051" y="3156303"/>
                    <a:pt x="6149751" y="3147413"/>
                    <a:pt x="6185311" y="3124553"/>
                  </a:cubicBezTo>
                  <a:cubicBezTo>
                    <a:pt x="6321201" y="3043273"/>
                    <a:pt x="6820311" y="2875633"/>
                    <a:pt x="7258461" y="2719423"/>
                  </a:cubicBezTo>
                  <a:cubicBezTo>
                    <a:pt x="7944261" y="2474313"/>
                    <a:pt x="9125361" y="2085693"/>
                    <a:pt x="9911492" y="1831693"/>
                  </a:cubicBezTo>
                  <a:cubicBezTo>
                    <a:pt x="10538871" y="1629763"/>
                    <a:pt x="11114181" y="1453233"/>
                    <a:pt x="11608211" y="1305913"/>
                  </a:cubicBezTo>
                  <a:cubicBezTo>
                    <a:pt x="11987942" y="1191613"/>
                    <a:pt x="12365132" y="1078583"/>
                    <a:pt x="12620401" y="1012543"/>
                  </a:cubicBezTo>
                  <a:cubicBezTo>
                    <a:pt x="12775342" y="971903"/>
                    <a:pt x="12925201" y="935073"/>
                    <a:pt x="12993781" y="924913"/>
                  </a:cubicBezTo>
                  <a:cubicBezTo>
                    <a:pt x="13020452" y="921103"/>
                    <a:pt x="13031881" y="918563"/>
                    <a:pt x="13049661" y="921103"/>
                  </a:cubicBezTo>
                  <a:cubicBezTo>
                    <a:pt x="13066172" y="923643"/>
                    <a:pt x="13085222" y="931263"/>
                    <a:pt x="13099192" y="942693"/>
                  </a:cubicBezTo>
                  <a:cubicBezTo>
                    <a:pt x="13116972" y="959203"/>
                    <a:pt x="13137292" y="988413"/>
                    <a:pt x="13142372" y="1012543"/>
                  </a:cubicBezTo>
                  <a:cubicBezTo>
                    <a:pt x="13147452" y="1037943"/>
                    <a:pt x="13141102" y="1070963"/>
                    <a:pt x="13128402" y="1092553"/>
                  </a:cubicBezTo>
                  <a:cubicBezTo>
                    <a:pt x="13115702" y="1115413"/>
                    <a:pt x="13100461" y="1124303"/>
                    <a:pt x="13064902" y="1143353"/>
                  </a:cubicBezTo>
                  <a:cubicBezTo>
                    <a:pt x="12937901" y="1210663"/>
                    <a:pt x="12445142" y="1328773"/>
                    <a:pt x="12140342" y="1432913"/>
                  </a:cubicBezTo>
                  <a:cubicBezTo>
                    <a:pt x="11835542" y="1535783"/>
                    <a:pt x="11557411" y="1653893"/>
                    <a:pt x="11233561" y="1764383"/>
                  </a:cubicBezTo>
                  <a:cubicBezTo>
                    <a:pt x="10866532" y="1890113"/>
                    <a:pt x="10512201" y="1996793"/>
                    <a:pt x="10048651" y="2139033"/>
                  </a:cubicBezTo>
                  <a:cubicBezTo>
                    <a:pt x="9394601" y="2339693"/>
                    <a:pt x="8279542" y="2754983"/>
                    <a:pt x="7677561" y="2848963"/>
                  </a:cubicBezTo>
                  <a:cubicBezTo>
                    <a:pt x="7319421" y="2904843"/>
                    <a:pt x="6909211" y="2895953"/>
                    <a:pt x="6802531" y="2864203"/>
                  </a:cubicBezTo>
                  <a:cubicBezTo>
                    <a:pt x="6774592" y="2856583"/>
                    <a:pt x="6768242" y="2847693"/>
                    <a:pt x="6755542" y="2834993"/>
                  </a:cubicBezTo>
                  <a:cubicBezTo>
                    <a:pt x="6744111" y="2821023"/>
                    <a:pt x="6733951" y="2804513"/>
                    <a:pt x="6728871" y="2786733"/>
                  </a:cubicBezTo>
                  <a:cubicBezTo>
                    <a:pt x="6725061" y="2763873"/>
                    <a:pt x="6728871" y="2727043"/>
                    <a:pt x="6737761" y="2705453"/>
                  </a:cubicBezTo>
                  <a:cubicBezTo>
                    <a:pt x="6745381" y="2687673"/>
                    <a:pt x="6750461" y="2680053"/>
                    <a:pt x="6773321" y="2663543"/>
                  </a:cubicBezTo>
                  <a:cubicBezTo>
                    <a:pt x="6844442" y="2610203"/>
                    <a:pt x="7104792" y="2517493"/>
                    <a:pt x="7313071" y="2429863"/>
                  </a:cubicBezTo>
                  <a:cubicBezTo>
                    <a:pt x="7600092" y="2309213"/>
                    <a:pt x="7977281" y="2156813"/>
                    <a:pt x="8336692" y="2014573"/>
                  </a:cubicBezTo>
                  <a:cubicBezTo>
                    <a:pt x="8732931" y="1858363"/>
                    <a:pt x="9113931" y="1712313"/>
                    <a:pt x="9593992" y="1533243"/>
                  </a:cubicBezTo>
                  <a:cubicBezTo>
                    <a:pt x="10231531" y="1294483"/>
                    <a:pt x="11592971" y="740763"/>
                    <a:pt x="11833001" y="720443"/>
                  </a:cubicBezTo>
                  <a:cubicBezTo>
                    <a:pt x="11877451" y="716633"/>
                    <a:pt x="11891421" y="721713"/>
                    <a:pt x="11914282" y="734413"/>
                  </a:cubicBezTo>
                  <a:cubicBezTo>
                    <a:pt x="11935871" y="748383"/>
                    <a:pt x="11957461" y="775053"/>
                    <a:pt x="11965082" y="800453"/>
                  </a:cubicBezTo>
                  <a:cubicBezTo>
                    <a:pt x="11972701" y="824583"/>
                    <a:pt x="11970161" y="858873"/>
                    <a:pt x="11960001" y="883003"/>
                  </a:cubicBezTo>
                  <a:cubicBezTo>
                    <a:pt x="11949842" y="905863"/>
                    <a:pt x="11939682" y="914753"/>
                    <a:pt x="11901582" y="941423"/>
                  </a:cubicBezTo>
                  <a:cubicBezTo>
                    <a:pt x="11681871" y="1095093"/>
                    <a:pt x="10035951" y="1812643"/>
                    <a:pt x="9383171" y="2109823"/>
                  </a:cubicBezTo>
                  <a:cubicBezTo>
                    <a:pt x="8969151" y="2297783"/>
                    <a:pt x="8726581" y="2394303"/>
                    <a:pt x="8364632" y="2563213"/>
                  </a:cubicBezTo>
                  <a:cubicBezTo>
                    <a:pt x="7944261" y="2757523"/>
                    <a:pt x="7196232" y="3181703"/>
                    <a:pt x="7013351" y="3217263"/>
                  </a:cubicBezTo>
                  <a:cubicBezTo>
                    <a:pt x="6970171" y="3226153"/>
                    <a:pt x="6951121" y="3221073"/>
                    <a:pt x="6928261" y="3213453"/>
                  </a:cubicBezTo>
                  <a:cubicBezTo>
                    <a:pt x="6909211" y="3205833"/>
                    <a:pt x="6895242" y="3194403"/>
                    <a:pt x="6883811" y="3177893"/>
                  </a:cubicBezTo>
                  <a:cubicBezTo>
                    <a:pt x="6869842" y="3157573"/>
                    <a:pt x="6858411" y="3120743"/>
                    <a:pt x="6858411" y="3096613"/>
                  </a:cubicBezTo>
                  <a:cubicBezTo>
                    <a:pt x="6858411" y="3076293"/>
                    <a:pt x="6864761" y="3057243"/>
                    <a:pt x="6874921" y="3042003"/>
                  </a:cubicBezTo>
                  <a:cubicBezTo>
                    <a:pt x="6883811" y="3025493"/>
                    <a:pt x="6896511" y="3014063"/>
                    <a:pt x="6915561" y="3001363"/>
                  </a:cubicBezTo>
                  <a:cubicBezTo>
                    <a:pt x="6946042" y="2981043"/>
                    <a:pt x="6989221" y="2968343"/>
                    <a:pt x="7048911" y="2946753"/>
                  </a:cubicBezTo>
                  <a:cubicBezTo>
                    <a:pt x="7161942" y="2904843"/>
                    <a:pt x="7325771" y="2855313"/>
                    <a:pt x="7554371" y="2788003"/>
                  </a:cubicBezTo>
                  <a:cubicBezTo>
                    <a:pt x="8028081" y="2645763"/>
                    <a:pt x="9107582" y="2347313"/>
                    <a:pt x="9746392" y="2166973"/>
                  </a:cubicBezTo>
                  <a:cubicBezTo>
                    <a:pt x="10241692" y="2028543"/>
                    <a:pt x="10625232" y="1914243"/>
                    <a:pt x="11065921" y="1798673"/>
                  </a:cubicBezTo>
                  <a:cubicBezTo>
                    <a:pt x="11504071" y="1684373"/>
                    <a:pt x="12032392" y="1552293"/>
                    <a:pt x="12381642" y="1476093"/>
                  </a:cubicBezTo>
                  <a:cubicBezTo>
                    <a:pt x="12611511" y="1426563"/>
                    <a:pt x="12810901" y="1377033"/>
                    <a:pt x="12954411" y="1366873"/>
                  </a:cubicBezTo>
                  <a:cubicBezTo>
                    <a:pt x="13038231" y="1360523"/>
                    <a:pt x="13110622" y="1379573"/>
                    <a:pt x="13156342" y="1374493"/>
                  </a:cubicBezTo>
                  <a:cubicBezTo>
                    <a:pt x="13180472" y="1371953"/>
                    <a:pt x="13193172" y="1360523"/>
                    <a:pt x="13212222" y="1359253"/>
                  </a:cubicBezTo>
                  <a:cubicBezTo>
                    <a:pt x="13230002" y="1359253"/>
                    <a:pt x="13250322" y="1364333"/>
                    <a:pt x="13266831" y="1373223"/>
                  </a:cubicBezTo>
                  <a:cubicBezTo>
                    <a:pt x="13283342" y="1380843"/>
                    <a:pt x="13299852" y="1393543"/>
                    <a:pt x="13310011" y="1410053"/>
                  </a:cubicBezTo>
                  <a:cubicBezTo>
                    <a:pt x="13322711" y="1430373"/>
                    <a:pt x="13332872" y="1467203"/>
                    <a:pt x="13331602" y="1491333"/>
                  </a:cubicBezTo>
                  <a:cubicBezTo>
                    <a:pt x="13330331" y="1511653"/>
                    <a:pt x="13322711" y="1530703"/>
                    <a:pt x="13312552" y="1545943"/>
                  </a:cubicBezTo>
                  <a:cubicBezTo>
                    <a:pt x="13302392" y="1561183"/>
                    <a:pt x="13290961" y="1570073"/>
                    <a:pt x="13269372" y="1584043"/>
                  </a:cubicBezTo>
                  <a:cubicBezTo>
                    <a:pt x="13230002" y="1610713"/>
                    <a:pt x="13151261" y="1634843"/>
                    <a:pt x="13075061" y="1672943"/>
                  </a:cubicBezTo>
                  <a:cubicBezTo>
                    <a:pt x="12963302" y="1727553"/>
                    <a:pt x="12851542" y="1798673"/>
                    <a:pt x="12668661" y="1892653"/>
                  </a:cubicBezTo>
                  <a:cubicBezTo>
                    <a:pt x="12302901" y="2080613"/>
                    <a:pt x="11505342" y="2450183"/>
                    <a:pt x="11001151" y="2705453"/>
                  </a:cubicBezTo>
                  <a:cubicBezTo>
                    <a:pt x="10575701" y="2921353"/>
                    <a:pt x="10215021" y="3106773"/>
                    <a:pt x="9834021" y="3318863"/>
                  </a:cubicBezTo>
                  <a:cubicBezTo>
                    <a:pt x="9459371" y="3527143"/>
                    <a:pt x="8912001" y="3835753"/>
                    <a:pt x="8735471" y="3964023"/>
                  </a:cubicBezTo>
                  <a:cubicBezTo>
                    <a:pt x="8674511" y="4008473"/>
                    <a:pt x="8647842" y="4054193"/>
                    <a:pt x="8621171" y="4066893"/>
                  </a:cubicBezTo>
                  <a:cubicBezTo>
                    <a:pt x="8609742" y="4073243"/>
                    <a:pt x="8604661" y="4073243"/>
                    <a:pt x="8591961" y="4071973"/>
                  </a:cubicBezTo>
                  <a:cubicBezTo>
                    <a:pt x="8571642" y="4070703"/>
                    <a:pt x="8532271" y="4063083"/>
                    <a:pt x="8511951" y="4045303"/>
                  </a:cubicBezTo>
                  <a:cubicBezTo>
                    <a:pt x="8490361" y="4028793"/>
                    <a:pt x="8472581" y="3998313"/>
                    <a:pt x="8468771" y="3972913"/>
                  </a:cubicBezTo>
                  <a:cubicBezTo>
                    <a:pt x="8463692" y="3946243"/>
                    <a:pt x="8470042" y="3911953"/>
                    <a:pt x="8484011" y="3889093"/>
                  </a:cubicBezTo>
                  <a:cubicBezTo>
                    <a:pt x="8497981" y="3866233"/>
                    <a:pt x="8517031" y="3854803"/>
                    <a:pt x="8552592" y="3837023"/>
                  </a:cubicBezTo>
                  <a:cubicBezTo>
                    <a:pt x="8635142" y="3796383"/>
                    <a:pt x="8845961" y="3763363"/>
                    <a:pt x="9009792" y="3712563"/>
                  </a:cubicBezTo>
                  <a:cubicBezTo>
                    <a:pt x="9202831" y="3652873"/>
                    <a:pt x="9370471" y="3593183"/>
                    <a:pt x="9634631" y="3496663"/>
                  </a:cubicBezTo>
                  <a:cubicBezTo>
                    <a:pt x="10101992" y="3327753"/>
                    <a:pt x="11011311" y="2982313"/>
                    <a:pt x="11567571" y="2762603"/>
                  </a:cubicBezTo>
                  <a:cubicBezTo>
                    <a:pt x="11991751" y="2593693"/>
                    <a:pt x="12371481" y="2419703"/>
                    <a:pt x="12686442" y="2299053"/>
                  </a:cubicBezTo>
                  <a:cubicBezTo>
                    <a:pt x="12912501" y="2212693"/>
                    <a:pt x="13181742" y="2102203"/>
                    <a:pt x="13275722" y="2093313"/>
                  </a:cubicBezTo>
                  <a:cubicBezTo>
                    <a:pt x="13303661" y="2090773"/>
                    <a:pt x="13313822" y="2093313"/>
                    <a:pt x="13332872" y="2102203"/>
                  </a:cubicBezTo>
                  <a:cubicBezTo>
                    <a:pt x="13354461" y="2112363"/>
                    <a:pt x="13382401" y="2136493"/>
                    <a:pt x="13393831" y="2160623"/>
                  </a:cubicBezTo>
                  <a:cubicBezTo>
                    <a:pt x="13405261" y="2184753"/>
                    <a:pt x="13409072" y="2220313"/>
                    <a:pt x="13401451" y="2245713"/>
                  </a:cubicBezTo>
                  <a:cubicBezTo>
                    <a:pt x="13393831" y="2271113"/>
                    <a:pt x="13387481" y="2287623"/>
                    <a:pt x="13350651" y="2313023"/>
                  </a:cubicBezTo>
                  <a:cubicBezTo>
                    <a:pt x="13175392" y="2438753"/>
                    <a:pt x="11874911" y="2781653"/>
                    <a:pt x="11464701" y="2921353"/>
                  </a:cubicBezTo>
                  <a:cubicBezTo>
                    <a:pt x="11264042" y="2989933"/>
                    <a:pt x="11159901" y="3040733"/>
                    <a:pt x="11020201" y="3080103"/>
                  </a:cubicBezTo>
                  <a:cubicBezTo>
                    <a:pt x="10898281" y="3114393"/>
                    <a:pt x="10748421" y="3160113"/>
                    <a:pt x="10676031" y="3151223"/>
                  </a:cubicBezTo>
                  <a:cubicBezTo>
                    <a:pt x="10640471" y="3147413"/>
                    <a:pt x="10617611" y="3132173"/>
                    <a:pt x="10599831" y="3115663"/>
                  </a:cubicBezTo>
                  <a:cubicBezTo>
                    <a:pt x="10584592" y="3102963"/>
                    <a:pt x="10576971" y="3085183"/>
                    <a:pt x="10571892" y="3067403"/>
                  </a:cubicBezTo>
                  <a:cubicBezTo>
                    <a:pt x="10565542" y="3049623"/>
                    <a:pt x="10565542" y="3029303"/>
                    <a:pt x="10568081" y="3011523"/>
                  </a:cubicBezTo>
                  <a:cubicBezTo>
                    <a:pt x="10571892" y="2993743"/>
                    <a:pt x="10580781" y="2974693"/>
                    <a:pt x="10592211" y="2959453"/>
                  </a:cubicBezTo>
                  <a:cubicBezTo>
                    <a:pt x="10603642" y="2945483"/>
                    <a:pt x="10635392" y="2935323"/>
                    <a:pt x="10637931" y="2926433"/>
                  </a:cubicBezTo>
                  <a:cubicBezTo>
                    <a:pt x="10637931" y="2921353"/>
                    <a:pt x="10627771" y="2918813"/>
                    <a:pt x="10629042" y="2913733"/>
                  </a:cubicBezTo>
                  <a:cubicBezTo>
                    <a:pt x="10640471" y="2870553"/>
                    <a:pt x="11208161" y="2653383"/>
                    <a:pt x="11485021" y="2514953"/>
                  </a:cubicBezTo>
                  <a:cubicBezTo>
                    <a:pt x="11750451" y="2382873"/>
                    <a:pt x="11976511" y="2243173"/>
                    <a:pt x="12257181" y="2104743"/>
                  </a:cubicBezTo>
                  <a:cubicBezTo>
                    <a:pt x="12583571" y="1944723"/>
                    <a:pt x="13139831" y="1727553"/>
                    <a:pt x="13331601" y="1620873"/>
                  </a:cubicBezTo>
                  <a:cubicBezTo>
                    <a:pt x="13406531" y="1577693"/>
                    <a:pt x="13437011" y="1531973"/>
                    <a:pt x="13481461" y="1519273"/>
                  </a:cubicBezTo>
                  <a:cubicBezTo>
                    <a:pt x="13511942" y="1510383"/>
                    <a:pt x="13542422" y="1514193"/>
                    <a:pt x="13566551" y="1524353"/>
                  </a:cubicBezTo>
                  <a:cubicBezTo>
                    <a:pt x="13590681" y="1535783"/>
                    <a:pt x="13614811" y="1561183"/>
                    <a:pt x="13626242" y="1585313"/>
                  </a:cubicBezTo>
                  <a:cubicBezTo>
                    <a:pt x="13636401" y="1609443"/>
                    <a:pt x="13636401" y="1646273"/>
                    <a:pt x="13630051" y="1670403"/>
                  </a:cubicBezTo>
                  <a:cubicBezTo>
                    <a:pt x="13626242" y="1689453"/>
                    <a:pt x="13613542" y="1705963"/>
                    <a:pt x="13600842" y="1718663"/>
                  </a:cubicBezTo>
                  <a:cubicBezTo>
                    <a:pt x="13588142" y="1732633"/>
                    <a:pt x="13580522" y="1736443"/>
                    <a:pt x="13551311" y="1747873"/>
                  </a:cubicBezTo>
                  <a:cubicBezTo>
                    <a:pt x="13423042" y="1805023"/>
                    <a:pt x="12774071" y="1965043"/>
                    <a:pt x="12426092" y="2078073"/>
                  </a:cubicBezTo>
                  <a:cubicBezTo>
                    <a:pt x="12118751" y="2177133"/>
                    <a:pt x="11868561" y="2271113"/>
                    <a:pt x="11566301" y="2385413"/>
                  </a:cubicBezTo>
                  <a:cubicBezTo>
                    <a:pt x="11224671" y="2513683"/>
                    <a:pt x="10830971" y="2680053"/>
                    <a:pt x="10479182" y="2814673"/>
                  </a:cubicBezTo>
                  <a:cubicBezTo>
                    <a:pt x="10150251" y="2940403"/>
                    <a:pt x="9835292" y="3044543"/>
                    <a:pt x="9517792" y="3171543"/>
                  </a:cubicBezTo>
                  <a:cubicBezTo>
                    <a:pt x="9200292" y="3297273"/>
                    <a:pt x="8854851" y="3485233"/>
                    <a:pt x="8572911" y="3572863"/>
                  </a:cubicBezTo>
                  <a:cubicBezTo>
                    <a:pt x="8357011" y="3638903"/>
                    <a:pt x="8089042" y="3702403"/>
                    <a:pt x="7984901" y="3692243"/>
                  </a:cubicBezTo>
                  <a:cubicBezTo>
                    <a:pt x="7945532" y="3688433"/>
                    <a:pt x="7925211" y="3678273"/>
                    <a:pt x="7904892" y="3659223"/>
                  </a:cubicBezTo>
                  <a:cubicBezTo>
                    <a:pt x="7885842" y="3641443"/>
                    <a:pt x="7870601" y="3609693"/>
                    <a:pt x="7868061" y="3583023"/>
                  </a:cubicBezTo>
                  <a:cubicBezTo>
                    <a:pt x="7865521" y="3556353"/>
                    <a:pt x="7876951" y="3520793"/>
                    <a:pt x="7890921" y="3500473"/>
                  </a:cubicBezTo>
                  <a:cubicBezTo>
                    <a:pt x="7901082" y="3482693"/>
                    <a:pt x="7915051" y="3475073"/>
                    <a:pt x="7935371" y="3463643"/>
                  </a:cubicBezTo>
                  <a:cubicBezTo>
                    <a:pt x="7965851" y="3444593"/>
                    <a:pt x="8000142" y="3442053"/>
                    <a:pt x="8069992" y="3411573"/>
                  </a:cubicBezTo>
                  <a:cubicBezTo>
                    <a:pt x="8332882" y="3301083"/>
                    <a:pt x="9268871" y="2841343"/>
                    <a:pt x="9921651" y="2545433"/>
                  </a:cubicBezTo>
                  <a:cubicBezTo>
                    <a:pt x="10646821" y="2216503"/>
                    <a:pt x="11594242" y="1777083"/>
                    <a:pt x="12226701" y="1531973"/>
                  </a:cubicBezTo>
                  <a:cubicBezTo>
                    <a:pt x="12657232" y="1364333"/>
                    <a:pt x="13175392" y="1166213"/>
                    <a:pt x="13331602" y="1158593"/>
                  </a:cubicBezTo>
                  <a:cubicBezTo>
                    <a:pt x="13372242" y="1157323"/>
                    <a:pt x="13390022" y="1163673"/>
                    <a:pt x="13410342" y="1177643"/>
                  </a:cubicBezTo>
                  <a:cubicBezTo>
                    <a:pt x="13431931" y="1191613"/>
                    <a:pt x="13450981" y="1218283"/>
                    <a:pt x="13457331" y="1243683"/>
                  </a:cubicBezTo>
                  <a:cubicBezTo>
                    <a:pt x="13463681" y="1267813"/>
                    <a:pt x="13461142" y="1300833"/>
                    <a:pt x="13449711" y="1323693"/>
                  </a:cubicBezTo>
                  <a:cubicBezTo>
                    <a:pt x="13438281" y="1346553"/>
                    <a:pt x="13425581" y="1355443"/>
                    <a:pt x="13388752" y="1378303"/>
                  </a:cubicBezTo>
                  <a:cubicBezTo>
                    <a:pt x="13243972" y="1468473"/>
                    <a:pt x="12555632" y="1711043"/>
                    <a:pt x="12173361" y="1855823"/>
                  </a:cubicBezTo>
                  <a:cubicBezTo>
                    <a:pt x="11835542" y="1984093"/>
                    <a:pt x="11553601" y="2078073"/>
                    <a:pt x="11215782" y="2206343"/>
                  </a:cubicBezTo>
                  <a:cubicBezTo>
                    <a:pt x="10833511" y="2352393"/>
                    <a:pt x="10428382" y="2516223"/>
                    <a:pt x="10000392" y="2691483"/>
                  </a:cubicBezTo>
                  <a:cubicBezTo>
                    <a:pt x="9519061" y="2889603"/>
                    <a:pt x="8929782" y="3155033"/>
                    <a:pt x="8472582" y="3339183"/>
                  </a:cubicBezTo>
                  <a:cubicBezTo>
                    <a:pt x="8103011" y="3486503"/>
                    <a:pt x="7776621" y="3608423"/>
                    <a:pt x="7466742" y="3718913"/>
                  </a:cubicBezTo>
                  <a:cubicBezTo>
                    <a:pt x="7203851" y="3811623"/>
                    <a:pt x="6934611" y="3910683"/>
                    <a:pt x="6732682" y="3964023"/>
                  </a:cubicBezTo>
                  <a:cubicBezTo>
                    <a:pt x="6595521" y="4000853"/>
                    <a:pt x="6454551" y="4035143"/>
                    <a:pt x="6378351" y="4036413"/>
                  </a:cubicBezTo>
                  <a:cubicBezTo>
                    <a:pt x="6342792" y="4036413"/>
                    <a:pt x="6318662" y="4032603"/>
                    <a:pt x="6298342" y="4021173"/>
                  </a:cubicBezTo>
                  <a:cubicBezTo>
                    <a:pt x="6280562" y="4012283"/>
                    <a:pt x="6267862" y="3999583"/>
                    <a:pt x="6258972" y="3981803"/>
                  </a:cubicBezTo>
                  <a:cubicBezTo>
                    <a:pt x="6248812" y="3961483"/>
                    <a:pt x="6241192" y="3924653"/>
                    <a:pt x="6245001" y="3901793"/>
                  </a:cubicBezTo>
                  <a:cubicBezTo>
                    <a:pt x="6246272" y="3882743"/>
                    <a:pt x="6256431" y="3864963"/>
                    <a:pt x="6266592" y="3850993"/>
                  </a:cubicBezTo>
                  <a:cubicBezTo>
                    <a:pt x="6278022" y="3837023"/>
                    <a:pt x="6283101" y="3834483"/>
                    <a:pt x="6311042" y="3817973"/>
                  </a:cubicBezTo>
                  <a:cubicBezTo>
                    <a:pt x="6571392" y="3657953"/>
                    <a:pt x="9778142" y="2186023"/>
                    <a:pt x="10602371" y="1816453"/>
                  </a:cubicBezTo>
                  <a:cubicBezTo>
                    <a:pt x="10932571" y="1667863"/>
                    <a:pt x="11130692" y="1598013"/>
                    <a:pt x="11300871" y="1515463"/>
                  </a:cubicBezTo>
                  <a:cubicBezTo>
                    <a:pt x="11402471" y="1467203"/>
                    <a:pt x="11478671" y="1402433"/>
                    <a:pt x="11539632" y="1388463"/>
                  </a:cubicBezTo>
                  <a:cubicBezTo>
                    <a:pt x="11573921" y="1380843"/>
                    <a:pt x="11599321" y="1380843"/>
                    <a:pt x="11624721" y="1391003"/>
                  </a:cubicBezTo>
                  <a:cubicBezTo>
                    <a:pt x="11648851" y="1401163"/>
                    <a:pt x="11672982" y="1427833"/>
                    <a:pt x="11685682" y="1448153"/>
                  </a:cubicBezTo>
                  <a:cubicBezTo>
                    <a:pt x="11695842" y="1465933"/>
                    <a:pt x="11698382" y="1484983"/>
                    <a:pt x="11697111" y="1504033"/>
                  </a:cubicBezTo>
                  <a:cubicBezTo>
                    <a:pt x="11697111" y="1521813"/>
                    <a:pt x="11693301" y="1542133"/>
                    <a:pt x="11681871" y="1558643"/>
                  </a:cubicBezTo>
                  <a:cubicBezTo>
                    <a:pt x="11669171" y="1578963"/>
                    <a:pt x="11653932" y="1592933"/>
                    <a:pt x="11618371" y="1611983"/>
                  </a:cubicBezTo>
                  <a:cubicBezTo>
                    <a:pt x="11512961" y="1671673"/>
                    <a:pt x="11206892" y="1737713"/>
                    <a:pt x="10930032" y="1839313"/>
                  </a:cubicBezTo>
                  <a:cubicBezTo>
                    <a:pt x="10499501" y="1998063"/>
                    <a:pt x="9801001" y="2291433"/>
                    <a:pt x="9294271" y="2503523"/>
                  </a:cubicBezTo>
                  <a:cubicBezTo>
                    <a:pt x="8851042" y="2690213"/>
                    <a:pt x="8438292" y="2883253"/>
                    <a:pt x="8054751" y="3044543"/>
                  </a:cubicBezTo>
                  <a:cubicBezTo>
                    <a:pt x="7725821" y="3181703"/>
                    <a:pt x="7465471" y="3274413"/>
                    <a:pt x="7135271" y="3416653"/>
                  </a:cubicBezTo>
                  <a:cubicBezTo>
                    <a:pt x="6740301" y="3585563"/>
                    <a:pt x="6001161" y="3955133"/>
                    <a:pt x="5848761" y="3997043"/>
                  </a:cubicBezTo>
                  <a:cubicBezTo>
                    <a:pt x="5818281" y="4004663"/>
                    <a:pt x="5809391" y="4005933"/>
                    <a:pt x="5790341" y="4003393"/>
                  </a:cubicBezTo>
                  <a:cubicBezTo>
                    <a:pt x="5772561" y="4000853"/>
                    <a:pt x="5752241" y="3991963"/>
                    <a:pt x="5737001" y="3981803"/>
                  </a:cubicBezTo>
                  <a:cubicBezTo>
                    <a:pt x="5720491" y="3970373"/>
                    <a:pt x="5706522" y="3953863"/>
                    <a:pt x="5697631" y="3937353"/>
                  </a:cubicBezTo>
                  <a:cubicBezTo>
                    <a:pt x="5690011" y="3920843"/>
                    <a:pt x="5684931" y="3899253"/>
                    <a:pt x="5684931" y="3880203"/>
                  </a:cubicBezTo>
                  <a:cubicBezTo>
                    <a:pt x="5684931" y="3861153"/>
                    <a:pt x="5690011" y="3840833"/>
                    <a:pt x="5700172" y="3823053"/>
                  </a:cubicBezTo>
                  <a:cubicBezTo>
                    <a:pt x="5709061" y="3806543"/>
                    <a:pt x="5733191" y="3792573"/>
                    <a:pt x="5738272" y="3779873"/>
                  </a:cubicBezTo>
                  <a:cubicBezTo>
                    <a:pt x="5742081" y="3772253"/>
                    <a:pt x="5735731" y="3767173"/>
                    <a:pt x="5742081" y="3758283"/>
                  </a:cubicBezTo>
                  <a:cubicBezTo>
                    <a:pt x="5757322" y="3732883"/>
                    <a:pt x="5823361" y="3697323"/>
                    <a:pt x="5899561" y="3652873"/>
                  </a:cubicBezTo>
                  <a:cubicBezTo>
                    <a:pt x="6074822" y="3547463"/>
                    <a:pt x="6485031" y="3335373"/>
                    <a:pt x="6794911" y="3176623"/>
                  </a:cubicBezTo>
                  <a:cubicBezTo>
                    <a:pt x="7123842" y="3008983"/>
                    <a:pt x="7473092" y="2837533"/>
                    <a:pt x="7819801" y="2673703"/>
                  </a:cubicBezTo>
                  <a:cubicBezTo>
                    <a:pt x="8170321" y="2507333"/>
                    <a:pt x="8467501" y="2370173"/>
                    <a:pt x="8886601" y="2184753"/>
                  </a:cubicBezTo>
                  <a:cubicBezTo>
                    <a:pt x="9477151" y="1923133"/>
                    <a:pt x="10684921" y="1439263"/>
                    <a:pt x="11034171" y="1265273"/>
                  </a:cubicBezTo>
                  <a:cubicBezTo>
                    <a:pt x="11151011" y="1206853"/>
                    <a:pt x="11204351" y="1143353"/>
                    <a:pt x="11261501" y="1135733"/>
                  </a:cubicBezTo>
                  <a:cubicBezTo>
                    <a:pt x="11293251" y="1131923"/>
                    <a:pt x="11318651" y="1142083"/>
                    <a:pt x="11338971" y="1157323"/>
                  </a:cubicBezTo>
                  <a:cubicBezTo>
                    <a:pt x="11359292" y="1172563"/>
                    <a:pt x="11378342" y="1200503"/>
                    <a:pt x="11383421" y="1224633"/>
                  </a:cubicBezTo>
                  <a:cubicBezTo>
                    <a:pt x="11389771" y="1250033"/>
                    <a:pt x="11384692" y="1283053"/>
                    <a:pt x="11371992" y="1305913"/>
                  </a:cubicBezTo>
                  <a:cubicBezTo>
                    <a:pt x="11359292" y="1327503"/>
                    <a:pt x="11346592" y="1337663"/>
                    <a:pt x="11309761" y="1357983"/>
                  </a:cubicBezTo>
                  <a:cubicBezTo>
                    <a:pt x="11172601" y="1435453"/>
                    <a:pt x="10592211" y="1594203"/>
                    <a:pt x="10221371" y="1730093"/>
                  </a:cubicBezTo>
                  <a:cubicBezTo>
                    <a:pt x="9823861" y="1876143"/>
                    <a:pt x="9412382" y="2045053"/>
                    <a:pt x="9000901" y="2211423"/>
                  </a:cubicBezTo>
                  <a:cubicBezTo>
                    <a:pt x="8579261" y="2384143"/>
                    <a:pt x="8162701" y="2556863"/>
                    <a:pt x="7722011" y="2748633"/>
                  </a:cubicBezTo>
                  <a:cubicBezTo>
                    <a:pt x="7243221" y="2958183"/>
                    <a:pt x="6670451" y="3241393"/>
                    <a:pt x="6232301" y="3423003"/>
                  </a:cubicBezTo>
                  <a:cubicBezTo>
                    <a:pt x="5894481" y="3562703"/>
                    <a:pt x="5579522" y="3677003"/>
                    <a:pt x="5322981" y="3768443"/>
                  </a:cubicBezTo>
                  <a:cubicBezTo>
                    <a:pt x="5138831" y="3833213"/>
                    <a:pt x="4926742" y="3908143"/>
                    <a:pt x="4844192" y="3928463"/>
                  </a:cubicBezTo>
                  <a:cubicBezTo>
                    <a:pt x="4816251" y="3934813"/>
                    <a:pt x="4807361" y="3939893"/>
                    <a:pt x="4787042" y="3937353"/>
                  </a:cubicBezTo>
                  <a:cubicBezTo>
                    <a:pt x="4762911" y="3933543"/>
                    <a:pt x="4728622" y="3919573"/>
                    <a:pt x="4710842" y="3900523"/>
                  </a:cubicBezTo>
                  <a:cubicBezTo>
                    <a:pt x="4693061" y="3881473"/>
                    <a:pt x="4680361" y="3845913"/>
                    <a:pt x="4677822" y="3821783"/>
                  </a:cubicBezTo>
                  <a:cubicBezTo>
                    <a:pt x="4676551" y="3801463"/>
                    <a:pt x="4681631" y="3782413"/>
                    <a:pt x="4689251" y="3764633"/>
                  </a:cubicBezTo>
                  <a:cubicBezTo>
                    <a:pt x="4698142" y="3748123"/>
                    <a:pt x="4709572" y="3736693"/>
                    <a:pt x="4726081" y="3721453"/>
                  </a:cubicBezTo>
                  <a:cubicBezTo>
                    <a:pt x="4752751" y="3696053"/>
                    <a:pt x="4780692" y="3673193"/>
                    <a:pt x="4844192" y="3638903"/>
                  </a:cubicBezTo>
                  <a:cubicBezTo>
                    <a:pt x="5038501" y="3532223"/>
                    <a:pt x="5602381" y="3339183"/>
                    <a:pt x="6114192" y="3116933"/>
                  </a:cubicBezTo>
                  <a:cubicBezTo>
                    <a:pt x="6906671" y="2774033"/>
                    <a:pt x="8329071" y="2078073"/>
                    <a:pt x="9125361" y="1742793"/>
                  </a:cubicBezTo>
                  <a:cubicBezTo>
                    <a:pt x="9637171" y="1526893"/>
                    <a:pt x="10015632" y="1402433"/>
                    <a:pt x="10402982" y="1246223"/>
                  </a:cubicBezTo>
                  <a:cubicBezTo>
                    <a:pt x="10730642" y="1112873"/>
                    <a:pt x="11159901" y="886813"/>
                    <a:pt x="11303411" y="865223"/>
                  </a:cubicBezTo>
                  <a:cubicBezTo>
                    <a:pt x="11345322" y="858873"/>
                    <a:pt x="11364372" y="861413"/>
                    <a:pt x="11388501" y="874113"/>
                  </a:cubicBezTo>
                  <a:cubicBezTo>
                    <a:pt x="11412632" y="885543"/>
                    <a:pt x="11438032" y="912213"/>
                    <a:pt x="11448192" y="937613"/>
                  </a:cubicBezTo>
                  <a:cubicBezTo>
                    <a:pt x="11458351" y="963013"/>
                    <a:pt x="11458351" y="998573"/>
                    <a:pt x="11449461" y="1023973"/>
                  </a:cubicBezTo>
                  <a:cubicBezTo>
                    <a:pt x="11440572" y="1049373"/>
                    <a:pt x="11410092" y="1078583"/>
                    <a:pt x="11393582" y="1090013"/>
                  </a:cubicBezTo>
                  <a:cubicBezTo>
                    <a:pt x="11383422" y="1097633"/>
                    <a:pt x="11366911" y="1102713"/>
                    <a:pt x="11365642" y="1101443"/>
                  </a:cubicBezTo>
                  <a:cubicBezTo>
                    <a:pt x="11364372" y="1097633"/>
                    <a:pt x="11425332" y="1051913"/>
                    <a:pt x="11422792" y="1048103"/>
                  </a:cubicBezTo>
                  <a:cubicBezTo>
                    <a:pt x="11418982" y="1041753"/>
                    <a:pt x="11312301" y="1111603"/>
                    <a:pt x="11220861" y="1150973"/>
                  </a:cubicBezTo>
                  <a:cubicBezTo>
                    <a:pt x="11046872" y="1224633"/>
                    <a:pt x="10757311" y="1302103"/>
                    <a:pt x="10441082" y="1418943"/>
                  </a:cubicBezTo>
                  <a:cubicBezTo>
                    <a:pt x="9944511" y="1604363"/>
                    <a:pt x="8970421" y="2012033"/>
                    <a:pt x="8534811" y="2178403"/>
                  </a:cubicBezTo>
                  <a:cubicBezTo>
                    <a:pt x="8310021" y="2263493"/>
                    <a:pt x="8208421" y="2290163"/>
                    <a:pt x="8020461" y="2366363"/>
                  </a:cubicBezTo>
                  <a:cubicBezTo>
                    <a:pt x="7784242" y="2462883"/>
                    <a:pt x="7452771" y="2639413"/>
                    <a:pt x="7233061" y="2721963"/>
                  </a:cubicBezTo>
                  <a:cubicBezTo>
                    <a:pt x="7081932" y="2780383"/>
                    <a:pt x="6911751" y="2834993"/>
                    <a:pt x="6839361" y="2845153"/>
                  </a:cubicBezTo>
                  <a:cubicBezTo>
                    <a:pt x="6811421" y="2848963"/>
                    <a:pt x="6798721" y="2848963"/>
                    <a:pt x="6780942" y="2845153"/>
                  </a:cubicBezTo>
                  <a:cubicBezTo>
                    <a:pt x="6763161" y="2840073"/>
                    <a:pt x="6744111" y="2829913"/>
                    <a:pt x="6730142" y="2817213"/>
                  </a:cubicBezTo>
                  <a:cubicBezTo>
                    <a:pt x="6716171" y="2804513"/>
                    <a:pt x="6704742" y="2786733"/>
                    <a:pt x="6698392" y="2768953"/>
                  </a:cubicBezTo>
                  <a:cubicBezTo>
                    <a:pt x="6692042" y="2752443"/>
                    <a:pt x="6688232" y="2732123"/>
                    <a:pt x="6692042" y="2711803"/>
                  </a:cubicBezTo>
                  <a:cubicBezTo>
                    <a:pt x="6697121" y="2687673"/>
                    <a:pt x="6699661" y="2667353"/>
                    <a:pt x="6732682" y="2636873"/>
                  </a:cubicBezTo>
                  <a:cubicBezTo>
                    <a:pt x="6900321" y="2478123"/>
                    <a:pt x="8155082" y="1947263"/>
                    <a:pt x="8734201" y="1693263"/>
                  </a:cubicBezTo>
                  <a:cubicBezTo>
                    <a:pt x="9169811" y="1501493"/>
                    <a:pt x="9453021" y="1393543"/>
                    <a:pt x="9892442" y="1219553"/>
                  </a:cubicBezTo>
                  <a:cubicBezTo>
                    <a:pt x="10467751" y="992223"/>
                    <a:pt x="11567571" y="609953"/>
                    <a:pt x="11891421" y="453743"/>
                  </a:cubicBezTo>
                  <a:cubicBezTo>
                    <a:pt x="12000642" y="401673"/>
                    <a:pt x="12046361" y="344523"/>
                    <a:pt x="12102242" y="330553"/>
                  </a:cubicBezTo>
                  <a:cubicBezTo>
                    <a:pt x="12135261" y="321663"/>
                    <a:pt x="12163201" y="325473"/>
                    <a:pt x="12186061" y="333093"/>
                  </a:cubicBezTo>
                  <a:cubicBezTo>
                    <a:pt x="12203842" y="339443"/>
                    <a:pt x="12219082" y="352143"/>
                    <a:pt x="12230511" y="366113"/>
                  </a:cubicBezTo>
                  <a:cubicBezTo>
                    <a:pt x="12241942" y="380083"/>
                    <a:pt x="12252101" y="396593"/>
                    <a:pt x="12255911" y="415643"/>
                  </a:cubicBezTo>
                  <a:cubicBezTo>
                    <a:pt x="12259721" y="439773"/>
                    <a:pt x="12255911" y="475333"/>
                    <a:pt x="12243211" y="498193"/>
                  </a:cubicBezTo>
                  <a:cubicBezTo>
                    <a:pt x="12230511" y="521053"/>
                    <a:pt x="12210192" y="535023"/>
                    <a:pt x="12179711" y="551533"/>
                  </a:cubicBezTo>
                  <a:cubicBezTo>
                    <a:pt x="12125101" y="580743"/>
                    <a:pt x="12024771" y="592173"/>
                    <a:pt x="11928251" y="622653"/>
                  </a:cubicBezTo>
                  <a:cubicBezTo>
                    <a:pt x="11791092" y="665833"/>
                    <a:pt x="11647582" y="714093"/>
                    <a:pt x="11439301" y="792833"/>
                  </a:cubicBezTo>
                  <a:cubicBezTo>
                    <a:pt x="11064651" y="933803"/>
                    <a:pt x="10423301" y="1187803"/>
                    <a:pt x="9874661" y="1427833"/>
                  </a:cubicBezTo>
                  <a:cubicBezTo>
                    <a:pt x="9251092" y="1700883"/>
                    <a:pt x="8400192" y="2092043"/>
                    <a:pt x="7898542" y="2353663"/>
                  </a:cubicBezTo>
                  <a:cubicBezTo>
                    <a:pt x="7578501" y="2521303"/>
                    <a:pt x="7381651" y="2673703"/>
                    <a:pt x="7130192" y="2798163"/>
                  </a:cubicBezTo>
                  <a:cubicBezTo>
                    <a:pt x="6902861" y="2912463"/>
                    <a:pt x="6576471" y="3055973"/>
                    <a:pt x="6460901" y="3081373"/>
                  </a:cubicBezTo>
                  <a:cubicBezTo>
                    <a:pt x="6421531" y="3090263"/>
                    <a:pt x="6402481" y="3090263"/>
                    <a:pt x="6379622" y="3085183"/>
                  </a:cubicBezTo>
                  <a:cubicBezTo>
                    <a:pt x="6360572" y="3080103"/>
                    <a:pt x="6345331" y="3069943"/>
                    <a:pt x="6332631" y="3055973"/>
                  </a:cubicBezTo>
                  <a:cubicBezTo>
                    <a:pt x="6318661" y="3038193"/>
                    <a:pt x="6303422" y="3003903"/>
                    <a:pt x="6302151" y="2981043"/>
                  </a:cubicBezTo>
                  <a:cubicBezTo>
                    <a:pt x="6299611" y="2961993"/>
                    <a:pt x="6303422" y="2944213"/>
                    <a:pt x="6312311" y="2927703"/>
                  </a:cubicBezTo>
                  <a:cubicBezTo>
                    <a:pt x="6323741" y="2906113"/>
                    <a:pt x="6341522" y="2892143"/>
                    <a:pt x="6370731" y="2870553"/>
                  </a:cubicBezTo>
                  <a:cubicBezTo>
                    <a:pt x="6436772" y="2826103"/>
                    <a:pt x="6579011" y="2765143"/>
                    <a:pt x="6714901" y="2702913"/>
                  </a:cubicBezTo>
                  <a:cubicBezTo>
                    <a:pt x="6906671" y="2615283"/>
                    <a:pt x="7151782" y="2522573"/>
                    <a:pt x="7417211" y="2405733"/>
                  </a:cubicBezTo>
                  <a:cubicBezTo>
                    <a:pt x="7769001" y="2250793"/>
                    <a:pt x="8230011" y="2019653"/>
                    <a:pt x="8635142" y="1849473"/>
                  </a:cubicBezTo>
                  <a:cubicBezTo>
                    <a:pt x="9027571" y="1684373"/>
                    <a:pt x="9339992" y="1561183"/>
                    <a:pt x="9809892" y="1393543"/>
                  </a:cubicBezTo>
                  <a:cubicBezTo>
                    <a:pt x="10494421" y="1148433"/>
                    <a:pt x="11846971" y="701393"/>
                    <a:pt x="12361321" y="555343"/>
                  </a:cubicBezTo>
                  <a:cubicBezTo>
                    <a:pt x="12579761" y="493113"/>
                    <a:pt x="12741051" y="448663"/>
                    <a:pt x="12833761" y="442313"/>
                  </a:cubicBezTo>
                  <a:cubicBezTo>
                    <a:pt x="12873131" y="438503"/>
                    <a:pt x="12893451" y="438503"/>
                    <a:pt x="12916311" y="449933"/>
                  </a:cubicBezTo>
                  <a:cubicBezTo>
                    <a:pt x="12940442" y="461363"/>
                    <a:pt x="12963301" y="486763"/>
                    <a:pt x="12973461" y="510893"/>
                  </a:cubicBezTo>
                  <a:cubicBezTo>
                    <a:pt x="12982351" y="535023"/>
                    <a:pt x="12981081" y="570583"/>
                    <a:pt x="12974731" y="593443"/>
                  </a:cubicBezTo>
                  <a:cubicBezTo>
                    <a:pt x="12969651" y="612493"/>
                    <a:pt x="12956951" y="629003"/>
                    <a:pt x="12944251" y="640433"/>
                  </a:cubicBezTo>
                  <a:cubicBezTo>
                    <a:pt x="12930281" y="653133"/>
                    <a:pt x="12897261" y="659483"/>
                    <a:pt x="12894721" y="668373"/>
                  </a:cubicBezTo>
                  <a:cubicBezTo>
                    <a:pt x="12894721" y="672183"/>
                    <a:pt x="12904881" y="674723"/>
                    <a:pt x="12902342" y="678533"/>
                  </a:cubicBezTo>
                  <a:cubicBezTo>
                    <a:pt x="12890911" y="715363"/>
                    <a:pt x="12353701" y="857603"/>
                    <a:pt x="12056521" y="960473"/>
                  </a:cubicBezTo>
                  <a:cubicBezTo>
                    <a:pt x="11722511" y="1076043"/>
                    <a:pt x="11351671" y="1205583"/>
                    <a:pt x="10996071" y="1342743"/>
                  </a:cubicBezTo>
                  <a:cubicBezTo>
                    <a:pt x="10627771" y="1483713"/>
                    <a:pt x="10329321" y="1608173"/>
                    <a:pt x="9884821" y="1797403"/>
                  </a:cubicBezTo>
                  <a:cubicBezTo>
                    <a:pt x="9209181" y="2084423"/>
                    <a:pt x="7954421" y="2671163"/>
                    <a:pt x="7342281" y="2923893"/>
                  </a:cubicBezTo>
                  <a:cubicBezTo>
                    <a:pt x="7003192" y="3064863"/>
                    <a:pt x="6782211" y="3146143"/>
                    <a:pt x="6540911" y="3232503"/>
                  </a:cubicBezTo>
                  <a:cubicBezTo>
                    <a:pt x="6345331" y="3302353"/>
                    <a:pt x="6095141" y="3395063"/>
                    <a:pt x="6004972" y="3412843"/>
                  </a:cubicBezTo>
                  <a:cubicBezTo>
                    <a:pt x="5977031" y="3417923"/>
                    <a:pt x="5965601" y="3419193"/>
                    <a:pt x="5946551" y="3416653"/>
                  </a:cubicBezTo>
                  <a:cubicBezTo>
                    <a:pt x="5928772" y="3412843"/>
                    <a:pt x="5908451" y="3403953"/>
                    <a:pt x="5893211" y="3392523"/>
                  </a:cubicBezTo>
                  <a:cubicBezTo>
                    <a:pt x="5877972" y="3381093"/>
                    <a:pt x="5865272" y="3363313"/>
                    <a:pt x="5857651" y="3346803"/>
                  </a:cubicBezTo>
                  <a:cubicBezTo>
                    <a:pt x="5850031" y="3329023"/>
                    <a:pt x="5844951" y="3307433"/>
                    <a:pt x="5846222" y="3288383"/>
                  </a:cubicBezTo>
                  <a:cubicBezTo>
                    <a:pt x="5847491" y="3269333"/>
                    <a:pt x="5853841" y="3249013"/>
                    <a:pt x="5864001" y="3232503"/>
                  </a:cubicBezTo>
                  <a:cubicBezTo>
                    <a:pt x="5872891" y="3215993"/>
                    <a:pt x="5883051" y="3209643"/>
                    <a:pt x="5904641" y="3190593"/>
                  </a:cubicBezTo>
                  <a:cubicBezTo>
                    <a:pt x="5973222" y="3134713"/>
                    <a:pt x="6163722" y="3001363"/>
                    <a:pt x="6349141" y="2892143"/>
                  </a:cubicBezTo>
                  <a:cubicBezTo>
                    <a:pt x="6627271" y="2725773"/>
                    <a:pt x="7014621" y="2536543"/>
                    <a:pt x="7436261" y="2326993"/>
                  </a:cubicBezTo>
                  <a:cubicBezTo>
                    <a:pt x="8009031" y="2041243"/>
                    <a:pt x="8745631" y="1691993"/>
                    <a:pt x="9480961" y="1350363"/>
                  </a:cubicBezTo>
                  <a:cubicBezTo>
                    <a:pt x="10333131" y="954123"/>
                    <a:pt x="11979051" y="148943"/>
                    <a:pt x="12257182" y="96873"/>
                  </a:cubicBezTo>
                  <a:cubicBezTo>
                    <a:pt x="12302901" y="87983"/>
                    <a:pt x="12316871" y="90523"/>
                    <a:pt x="12341001" y="101953"/>
                  </a:cubicBezTo>
                  <a:cubicBezTo>
                    <a:pt x="12365132" y="112113"/>
                    <a:pt x="12390532" y="140053"/>
                    <a:pt x="12401961" y="161643"/>
                  </a:cubicBezTo>
                  <a:cubicBezTo>
                    <a:pt x="12410851" y="179423"/>
                    <a:pt x="12413392" y="199743"/>
                    <a:pt x="12412121" y="217523"/>
                  </a:cubicBezTo>
                  <a:cubicBezTo>
                    <a:pt x="12410851" y="236573"/>
                    <a:pt x="12407042" y="255623"/>
                    <a:pt x="12395611" y="272133"/>
                  </a:cubicBezTo>
                  <a:cubicBezTo>
                    <a:pt x="12381642" y="292453"/>
                    <a:pt x="12361321" y="307693"/>
                    <a:pt x="12328301" y="325473"/>
                  </a:cubicBezTo>
                  <a:cubicBezTo>
                    <a:pt x="12266071" y="357223"/>
                    <a:pt x="12165742" y="371193"/>
                    <a:pt x="12028582" y="415643"/>
                  </a:cubicBezTo>
                  <a:cubicBezTo>
                    <a:pt x="11730132" y="512163"/>
                    <a:pt x="11072271" y="731873"/>
                    <a:pt x="10612532" y="900783"/>
                  </a:cubicBezTo>
                  <a:cubicBezTo>
                    <a:pt x="10171842" y="1063343"/>
                    <a:pt x="9837832" y="1201773"/>
                    <a:pt x="9326021" y="1406243"/>
                  </a:cubicBezTo>
                  <a:cubicBezTo>
                    <a:pt x="8566561" y="1711043"/>
                    <a:pt x="7240682" y="2234283"/>
                    <a:pt x="6497732" y="2558133"/>
                  </a:cubicBezTo>
                  <a:cubicBezTo>
                    <a:pt x="6006242" y="2771493"/>
                    <a:pt x="5618892" y="2974693"/>
                    <a:pt x="5287422" y="3119473"/>
                  </a:cubicBezTo>
                  <a:cubicBezTo>
                    <a:pt x="5061361" y="3218533"/>
                    <a:pt x="4869591" y="3312513"/>
                    <a:pt x="4710841" y="3358233"/>
                  </a:cubicBezTo>
                  <a:cubicBezTo>
                    <a:pt x="4606701" y="3387443"/>
                    <a:pt x="4498751" y="3402683"/>
                    <a:pt x="4441601" y="3401413"/>
                  </a:cubicBezTo>
                  <a:cubicBezTo>
                    <a:pt x="4416201" y="3401413"/>
                    <a:pt x="4402231" y="3397603"/>
                    <a:pt x="4385722" y="3389983"/>
                  </a:cubicBezTo>
                  <a:cubicBezTo>
                    <a:pt x="4367941" y="3382363"/>
                    <a:pt x="4351431" y="3369663"/>
                    <a:pt x="4340001" y="3353153"/>
                  </a:cubicBezTo>
                  <a:cubicBezTo>
                    <a:pt x="4326031" y="3332833"/>
                    <a:pt x="4315872" y="3294733"/>
                    <a:pt x="4315872" y="3270603"/>
                  </a:cubicBezTo>
                  <a:cubicBezTo>
                    <a:pt x="4317141" y="3250283"/>
                    <a:pt x="4324761" y="3231233"/>
                    <a:pt x="4334922" y="3214723"/>
                  </a:cubicBezTo>
                  <a:cubicBezTo>
                    <a:pt x="4345081" y="3199483"/>
                    <a:pt x="4352701" y="3193133"/>
                    <a:pt x="4376831" y="3175353"/>
                  </a:cubicBezTo>
                  <a:cubicBezTo>
                    <a:pt x="4475891" y="3104233"/>
                    <a:pt x="4924201" y="2889603"/>
                    <a:pt x="5182011" y="2747363"/>
                  </a:cubicBezTo>
                  <a:cubicBezTo>
                    <a:pt x="5424581" y="2614013"/>
                    <a:pt x="5627781" y="2479393"/>
                    <a:pt x="5879241" y="2348583"/>
                  </a:cubicBezTo>
                  <a:cubicBezTo>
                    <a:pt x="6162451" y="2199993"/>
                    <a:pt x="6476142" y="2057753"/>
                    <a:pt x="6805071" y="1914243"/>
                  </a:cubicBezTo>
                  <a:cubicBezTo>
                    <a:pt x="7170832" y="1755493"/>
                    <a:pt x="7597551" y="1591663"/>
                    <a:pt x="7979821" y="1443073"/>
                  </a:cubicBezTo>
                  <a:cubicBezTo>
                    <a:pt x="8343042" y="1300833"/>
                    <a:pt x="8683401" y="1183993"/>
                    <a:pt x="9045351" y="1036673"/>
                  </a:cubicBezTo>
                  <a:cubicBezTo>
                    <a:pt x="9430161" y="880463"/>
                    <a:pt x="9836561" y="698853"/>
                    <a:pt x="10222642" y="524863"/>
                  </a:cubicBezTo>
                  <a:cubicBezTo>
                    <a:pt x="10603642" y="353413"/>
                    <a:pt x="11190381" y="10513"/>
                    <a:pt x="11349131" y="353"/>
                  </a:cubicBezTo>
                  <a:cubicBezTo>
                    <a:pt x="11391042" y="-2187"/>
                    <a:pt x="11410092" y="9243"/>
                    <a:pt x="11430411" y="25753"/>
                  </a:cubicBezTo>
                  <a:cubicBezTo>
                    <a:pt x="11450731" y="42263"/>
                    <a:pt x="11468511" y="72743"/>
                    <a:pt x="11473592" y="98143"/>
                  </a:cubicBezTo>
                  <a:cubicBezTo>
                    <a:pt x="11478671" y="124813"/>
                    <a:pt x="11471051" y="159103"/>
                    <a:pt x="11458351" y="181963"/>
                  </a:cubicBezTo>
                  <a:cubicBezTo>
                    <a:pt x="11444381" y="204823"/>
                    <a:pt x="11420251" y="220063"/>
                    <a:pt x="11391042" y="234033"/>
                  </a:cubicBezTo>
                  <a:cubicBezTo>
                    <a:pt x="11347861" y="253083"/>
                    <a:pt x="11297061" y="248003"/>
                    <a:pt x="11215781" y="269593"/>
                  </a:cubicBezTo>
                  <a:cubicBezTo>
                    <a:pt x="11020201" y="320393"/>
                    <a:pt x="10554111" y="468983"/>
                    <a:pt x="10230261" y="584553"/>
                  </a:cubicBezTo>
                  <a:cubicBezTo>
                    <a:pt x="9906411" y="700123"/>
                    <a:pt x="9613042" y="834743"/>
                    <a:pt x="9268871" y="961743"/>
                  </a:cubicBezTo>
                  <a:cubicBezTo>
                    <a:pt x="8878982" y="1106523"/>
                    <a:pt x="8454801" y="1250033"/>
                    <a:pt x="8006492" y="1401163"/>
                  </a:cubicBezTo>
                  <a:cubicBezTo>
                    <a:pt x="7501032" y="1571343"/>
                    <a:pt x="6986681" y="1726283"/>
                    <a:pt x="6384701" y="1932023"/>
                  </a:cubicBezTo>
                  <a:cubicBezTo>
                    <a:pt x="5617622" y="2192373"/>
                    <a:pt x="4362861" y="2657193"/>
                    <a:pt x="3783741" y="2854043"/>
                  </a:cubicBezTo>
                  <a:cubicBezTo>
                    <a:pt x="3495451" y="2951833"/>
                    <a:pt x="3299872" y="3025493"/>
                    <a:pt x="3133501" y="3066133"/>
                  </a:cubicBezTo>
                  <a:cubicBezTo>
                    <a:pt x="3034441" y="3090263"/>
                    <a:pt x="2941731" y="3110583"/>
                    <a:pt x="2890931" y="3106773"/>
                  </a:cubicBezTo>
                  <a:cubicBezTo>
                    <a:pt x="2866801" y="3105503"/>
                    <a:pt x="2854101" y="3099153"/>
                    <a:pt x="2838861" y="3088993"/>
                  </a:cubicBezTo>
                  <a:cubicBezTo>
                    <a:pt x="2823621" y="3080103"/>
                    <a:pt x="2809651" y="3064863"/>
                    <a:pt x="2800761" y="3049623"/>
                  </a:cubicBezTo>
                  <a:cubicBezTo>
                    <a:pt x="2791871" y="3034383"/>
                    <a:pt x="2785521" y="3014063"/>
                    <a:pt x="2785521" y="2996283"/>
                  </a:cubicBezTo>
                  <a:cubicBezTo>
                    <a:pt x="2784251" y="2978503"/>
                    <a:pt x="2788061" y="2958183"/>
                    <a:pt x="2795681" y="2941673"/>
                  </a:cubicBezTo>
                  <a:cubicBezTo>
                    <a:pt x="2803301" y="2926433"/>
                    <a:pt x="2810921" y="2916273"/>
                    <a:pt x="2831241" y="2899763"/>
                  </a:cubicBezTo>
                  <a:cubicBezTo>
                    <a:pt x="2876961" y="2859123"/>
                    <a:pt x="2993801" y="2794353"/>
                    <a:pt x="3104291" y="2739743"/>
                  </a:cubicBezTo>
                  <a:cubicBezTo>
                    <a:pt x="3263041" y="2659733"/>
                    <a:pt x="3481481" y="2569563"/>
                    <a:pt x="3698651" y="2487013"/>
                  </a:cubicBezTo>
                  <a:cubicBezTo>
                    <a:pt x="3953922" y="2387953"/>
                    <a:pt x="4235861" y="2291433"/>
                    <a:pt x="4541931" y="2194913"/>
                  </a:cubicBezTo>
                  <a:cubicBezTo>
                    <a:pt x="4898801" y="2083153"/>
                    <a:pt x="5291231" y="1986633"/>
                    <a:pt x="5712872" y="1864713"/>
                  </a:cubicBezTo>
                  <a:cubicBezTo>
                    <a:pt x="6209441" y="1721203"/>
                    <a:pt x="6741571" y="1559913"/>
                    <a:pt x="7330851" y="1383383"/>
                  </a:cubicBezTo>
                  <a:cubicBezTo>
                    <a:pt x="8040782" y="1172563"/>
                    <a:pt x="9108851" y="863953"/>
                    <a:pt x="9677811" y="682343"/>
                  </a:cubicBezTo>
                  <a:cubicBezTo>
                    <a:pt x="10006742" y="578203"/>
                    <a:pt x="10339482" y="448663"/>
                    <a:pt x="10449971" y="421993"/>
                  </a:cubicBezTo>
                  <a:cubicBezTo>
                    <a:pt x="10479182" y="415643"/>
                    <a:pt x="10486801" y="411833"/>
                    <a:pt x="10507121" y="414373"/>
                  </a:cubicBezTo>
                  <a:cubicBezTo>
                    <a:pt x="10531251" y="418183"/>
                    <a:pt x="10565542" y="433423"/>
                    <a:pt x="10583321" y="452473"/>
                  </a:cubicBezTo>
                  <a:cubicBezTo>
                    <a:pt x="10601101" y="472793"/>
                    <a:pt x="10613801" y="505813"/>
                    <a:pt x="10613801" y="532483"/>
                  </a:cubicBezTo>
                  <a:cubicBezTo>
                    <a:pt x="10615071" y="559153"/>
                    <a:pt x="10599832" y="592173"/>
                    <a:pt x="10585861" y="612493"/>
                  </a:cubicBezTo>
                  <a:cubicBezTo>
                    <a:pt x="10573161" y="627733"/>
                    <a:pt x="10559192" y="635353"/>
                    <a:pt x="10538871" y="645513"/>
                  </a:cubicBezTo>
                  <a:cubicBezTo>
                    <a:pt x="10503311" y="662023"/>
                    <a:pt x="10458861" y="665833"/>
                    <a:pt x="10389011" y="689963"/>
                  </a:cubicBezTo>
                  <a:cubicBezTo>
                    <a:pt x="10215021" y="750923"/>
                    <a:pt x="9858151" y="894433"/>
                    <a:pt x="9496201" y="1039213"/>
                  </a:cubicBezTo>
                  <a:cubicBezTo>
                    <a:pt x="8931051" y="1265273"/>
                    <a:pt x="7955692" y="1658973"/>
                    <a:pt x="7330851" y="1921863"/>
                  </a:cubicBezTo>
                  <a:cubicBezTo>
                    <a:pt x="6850792" y="2123793"/>
                    <a:pt x="6492651" y="2290163"/>
                    <a:pt x="6062122" y="2470503"/>
                  </a:cubicBezTo>
                  <a:cubicBezTo>
                    <a:pt x="5621431" y="2654653"/>
                    <a:pt x="5091841" y="2874363"/>
                    <a:pt x="4717191" y="3016603"/>
                  </a:cubicBezTo>
                  <a:cubicBezTo>
                    <a:pt x="4451761" y="3116933"/>
                    <a:pt x="4223161" y="3207103"/>
                    <a:pt x="4031391" y="3257903"/>
                  </a:cubicBezTo>
                  <a:cubicBezTo>
                    <a:pt x="3896771" y="3293463"/>
                    <a:pt x="3759611" y="3325213"/>
                    <a:pt x="3684681" y="3320133"/>
                  </a:cubicBezTo>
                  <a:cubicBezTo>
                    <a:pt x="3646581" y="3317593"/>
                    <a:pt x="3621181" y="3307433"/>
                    <a:pt x="3600861" y="3292193"/>
                  </a:cubicBezTo>
                  <a:cubicBezTo>
                    <a:pt x="3584351" y="3280763"/>
                    <a:pt x="3572921" y="3262983"/>
                    <a:pt x="3565301" y="3245203"/>
                  </a:cubicBezTo>
                  <a:cubicBezTo>
                    <a:pt x="3557681" y="3227423"/>
                    <a:pt x="3553871" y="3205833"/>
                    <a:pt x="3555141" y="3186783"/>
                  </a:cubicBezTo>
                  <a:cubicBezTo>
                    <a:pt x="3556411" y="3167733"/>
                    <a:pt x="3561491" y="3149953"/>
                    <a:pt x="3574191" y="3130903"/>
                  </a:cubicBezTo>
                  <a:cubicBezTo>
                    <a:pt x="3594511" y="3097883"/>
                    <a:pt x="3638961" y="3055973"/>
                    <a:pt x="3683411" y="3021683"/>
                  </a:cubicBezTo>
                  <a:cubicBezTo>
                    <a:pt x="3738022" y="2981043"/>
                    <a:pt x="3790091" y="2965803"/>
                    <a:pt x="3882801" y="2909923"/>
                  </a:cubicBezTo>
                  <a:cubicBezTo>
                    <a:pt x="4108861" y="2774033"/>
                    <a:pt x="4596541" y="2417163"/>
                    <a:pt x="5029611" y="2179673"/>
                  </a:cubicBezTo>
                  <a:cubicBezTo>
                    <a:pt x="5549041" y="1896463"/>
                    <a:pt x="6408831" y="1529433"/>
                    <a:pt x="6805071" y="1356713"/>
                  </a:cubicBezTo>
                  <a:cubicBezTo>
                    <a:pt x="7003192" y="1271623"/>
                    <a:pt x="7130192" y="1217013"/>
                    <a:pt x="7253382" y="1177643"/>
                  </a:cubicBezTo>
                  <a:cubicBezTo>
                    <a:pt x="7335932" y="1149703"/>
                    <a:pt x="7409592" y="1128113"/>
                    <a:pt x="7465471" y="1123033"/>
                  </a:cubicBezTo>
                  <a:cubicBezTo>
                    <a:pt x="7501032" y="1119223"/>
                    <a:pt x="7530242" y="1117953"/>
                    <a:pt x="7554371" y="1125573"/>
                  </a:cubicBezTo>
                  <a:cubicBezTo>
                    <a:pt x="7574692" y="1133193"/>
                    <a:pt x="7589932" y="1147163"/>
                    <a:pt x="7602632" y="1162403"/>
                  </a:cubicBezTo>
                  <a:cubicBezTo>
                    <a:pt x="7615332" y="1177643"/>
                    <a:pt x="7625492" y="1195423"/>
                    <a:pt x="7628032" y="1217013"/>
                  </a:cubicBezTo>
                  <a:cubicBezTo>
                    <a:pt x="7631842" y="1241143"/>
                    <a:pt x="7628032" y="1280513"/>
                    <a:pt x="7614061" y="1304643"/>
                  </a:cubicBezTo>
                  <a:cubicBezTo>
                    <a:pt x="7600092" y="1328773"/>
                    <a:pt x="7575961" y="1345283"/>
                    <a:pt x="7545482" y="1360523"/>
                  </a:cubicBezTo>
                  <a:cubicBezTo>
                    <a:pt x="7499761" y="1383383"/>
                    <a:pt x="7436261" y="1383383"/>
                    <a:pt x="7357521" y="1407513"/>
                  </a:cubicBezTo>
                  <a:cubicBezTo>
                    <a:pt x="7215282" y="1451963"/>
                    <a:pt x="6965092" y="1558643"/>
                    <a:pt x="6772051" y="1628493"/>
                  </a:cubicBezTo>
                  <a:cubicBezTo>
                    <a:pt x="6584092" y="1694533"/>
                    <a:pt x="6417722" y="1740253"/>
                    <a:pt x="6214522" y="1817723"/>
                  </a:cubicBezTo>
                  <a:cubicBezTo>
                    <a:pt x="5960522" y="1914243"/>
                    <a:pt x="5663341" y="2062833"/>
                    <a:pt x="5369972" y="2175863"/>
                  </a:cubicBezTo>
                  <a:cubicBezTo>
                    <a:pt x="5060092" y="2293973"/>
                    <a:pt x="4807361" y="2354933"/>
                    <a:pt x="4404772" y="2509873"/>
                  </a:cubicBezTo>
                  <a:cubicBezTo>
                    <a:pt x="3701191" y="2781653"/>
                    <a:pt x="2156871" y="3518253"/>
                    <a:pt x="1547271" y="3725263"/>
                  </a:cubicBezTo>
                  <a:cubicBezTo>
                    <a:pt x="1270411" y="3819243"/>
                    <a:pt x="1022761" y="3889093"/>
                    <a:pt x="928781" y="3886553"/>
                  </a:cubicBezTo>
                  <a:cubicBezTo>
                    <a:pt x="900841" y="3885283"/>
                    <a:pt x="890681" y="3878933"/>
                    <a:pt x="874171" y="3867503"/>
                  </a:cubicBezTo>
                  <a:cubicBezTo>
                    <a:pt x="855121" y="3853533"/>
                    <a:pt x="832261" y="3821783"/>
                    <a:pt x="823371" y="3798923"/>
                  </a:cubicBezTo>
                  <a:cubicBezTo>
                    <a:pt x="817021" y="3779873"/>
                    <a:pt x="817021" y="3760823"/>
                    <a:pt x="822101" y="3741773"/>
                  </a:cubicBezTo>
                  <a:cubicBezTo>
                    <a:pt x="828451" y="3717643"/>
                    <a:pt x="844961" y="3693513"/>
                    <a:pt x="867821" y="3669383"/>
                  </a:cubicBezTo>
                  <a:cubicBezTo>
                    <a:pt x="902111" y="3635093"/>
                    <a:pt x="954181" y="3607153"/>
                    <a:pt x="1022761" y="3570323"/>
                  </a:cubicBezTo>
                  <a:cubicBezTo>
                    <a:pt x="1142141" y="3508093"/>
                    <a:pt x="1297081" y="3449673"/>
                    <a:pt x="1532031" y="3356963"/>
                  </a:cubicBezTo>
                  <a:cubicBezTo>
                    <a:pt x="2048921" y="3153763"/>
                    <a:pt x="3227481" y="2713073"/>
                    <a:pt x="4037741" y="2433673"/>
                  </a:cubicBezTo>
                  <a:cubicBezTo>
                    <a:pt x="4789581" y="2174593"/>
                    <a:pt x="5524911" y="1929483"/>
                    <a:pt x="6231031" y="1730093"/>
                  </a:cubicBezTo>
                  <a:cubicBezTo>
                    <a:pt x="6876192" y="1547213"/>
                    <a:pt x="7504842" y="1398623"/>
                    <a:pt x="8104281" y="1270353"/>
                  </a:cubicBezTo>
                  <a:cubicBezTo>
                    <a:pt x="8649111" y="1153513"/>
                    <a:pt x="9131711" y="1055723"/>
                    <a:pt x="9675271" y="982063"/>
                  </a:cubicBezTo>
                  <a:cubicBezTo>
                    <a:pt x="10253121" y="903323"/>
                    <a:pt x="11294521" y="792833"/>
                    <a:pt x="11473592" y="819503"/>
                  </a:cubicBezTo>
                  <a:cubicBezTo>
                    <a:pt x="11505342" y="823313"/>
                    <a:pt x="11512961" y="828393"/>
                    <a:pt x="11529471" y="841093"/>
                  </a:cubicBezTo>
                  <a:cubicBezTo>
                    <a:pt x="11548521" y="857603"/>
                    <a:pt x="11572651" y="888083"/>
                    <a:pt x="11577732" y="914753"/>
                  </a:cubicBezTo>
                  <a:cubicBezTo>
                    <a:pt x="11584082" y="941423"/>
                    <a:pt x="11579001" y="978253"/>
                    <a:pt x="11566301" y="1002383"/>
                  </a:cubicBezTo>
                  <a:cubicBezTo>
                    <a:pt x="11553601" y="1026513"/>
                    <a:pt x="11539632" y="1043023"/>
                    <a:pt x="11498992" y="1059533"/>
                  </a:cubicBezTo>
                  <a:cubicBezTo>
                    <a:pt x="11351671" y="1123033"/>
                    <a:pt x="10770011" y="1123033"/>
                    <a:pt x="10339481" y="1171293"/>
                  </a:cubicBezTo>
                  <a:cubicBezTo>
                    <a:pt x="9795921" y="1232253"/>
                    <a:pt x="9028842" y="1316073"/>
                    <a:pt x="8496711" y="1404973"/>
                  </a:cubicBezTo>
                  <a:cubicBezTo>
                    <a:pt x="8085231" y="1473553"/>
                    <a:pt x="7808371" y="1540863"/>
                    <a:pt x="7407051" y="1632303"/>
                  </a:cubicBezTo>
                  <a:cubicBezTo>
                    <a:pt x="6904131" y="1747873"/>
                    <a:pt x="5899561" y="2034893"/>
                    <a:pt x="5717951" y="2055213"/>
                  </a:cubicBezTo>
                  <a:cubicBezTo>
                    <a:pt x="5683661" y="2060293"/>
                    <a:pt x="5674771" y="2060293"/>
                    <a:pt x="5654451" y="2055213"/>
                  </a:cubicBezTo>
                  <a:cubicBezTo>
                    <a:pt x="5635401" y="2050133"/>
                    <a:pt x="5615081" y="2041243"/>
                    <a:pt x="5599841" y="2024733"/>
                  </a:cubicBezTo>
                  <a:cubicBezTo>
                    <a:pt x="5580791" y="2005683"/>
                    <a:pt x="5560471" y="1971393"/>
                    <a:pt x="5557931" y="1942183"/>
                  </a:cubicBezTo>
                  <a:cubicBezTo>
                    <a:pt x="5555391" y="1912973"/>
                    <a:pt x="5564281" y="1876143"/>
                    <a:pt x="5582061" y="1852013"/>
                  </a:cubicBezTo>
                  <a:cubicBezTo>
                    <a:pt x="5598571" y="1829153"/>
                    <a:pt x="5658261" y="1799943"/>
                    <a:pt x="5658261" y="179994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892915" y="10689907"/>
            <a:ext cx="5368290" cy="2516505"/>
            <a:chOff x="0" y="0"/>
            <a:chExt cx="7157720" cy="3355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493" y="50004"/>
              <a:ext cx="7055412" cy="3257147"/>
            </a:xfrm>
            <a:custGeom>
              <a:avLst/>
              <a:gdLst/>
              <a:ahLst/>
              <a:cxnLst/>
              <a:rect r="r" b="b" t="t" l="l"/>
              <a:pathLst>
                <a:path h="3257147" w="7055412">
                  <a:moveTo>
                    <a:pt x="463857" y="2822736"/>
                  </a:moveTo>
                  <a:cubicBezTo>
                    <a:pt x="1178867" y="380526"/>
                    <a:pt x="1206807" y="294166"/>
                    <a:pt x="1220777" y="212886"/>
                  </a:cubicBezTo>
                  <a:cubicBezTo>
                    <a:pt x="1228397" y="163356"/>
                    <a:pt x="1218237" y="126526"/>
                    <a:pt x="1229667" y="92236"/>
                  </a:cubicBezTo>
                  <a:cubicBezTo>
                    <a:pt x="1239827" y="64296"/>
                    <a:pt x="1260147" y="36356"/>
                    <a:pt x="1280467" y="21116"/>
                  </a:cubicBezTo>
                  <a:cubicBezTo>
                    <a:pt x="1295707" y="8416"/>
                    <a:pt x="1316027" y="3336"/>
                    <a:pt x="1335077" y="796"/>
                  </a:cubicBezTo>
                  <a:cubicBezTo>
                    <a:pt x="1354127" y="-1744"/>
                    <a:pt x="1375717" y="2066"/>
                    <a:pt x="1393497" y="8416"/>
                  </a:cubicBezTo>
                  <a:cubicBezTo>
                    <a:pt x="1411277" y="14766"/>
                    <a:pt x="1429057" y="27466"/>
                    <a:pt x="1441757" y="42706"/>
                  </a:cubicBezTo>
                  <a:cubicBezTo>
                    <a:pt x="1454457" y="56676"/>
                    <a:pt x="1464617" y="75726"/>
                    <a:pt x="1468427" y="94776"/>
                  </a:cubicBezTo>
                  <a:cubicBezTo>
                    <a:pt x="1473507" y="113826"/>
                    <a:pt x="1476047" y="123986"/>
                    <a:pt x="1468427" y="153196"/>
                  </a:cubicBezTo>
                  <a:cubicBezTo>
                    <a:pt x="1436677" y="282736"/>
                    <a:pt x="1148387" y="756446"/>
                    <a:pt x="975667" y="1118396"/>
                  </a:cubicBezTo>
                  <a:cubicBezTo>
                    <a:pt x="759767" y="1571786"/>
                    <a:pt x="387657" y="2403636"/>
                    <a:pt x="288597" y="2669066"/>
                  </a:cubicBezTo>
                  <a:cubicBezTo>
                    <a:pt x="255577" y="2757966"/>
                    <a:pt x="258117" y="2808766"/>
                    <a:pt x="232717" y="2851946"/>
                  </a:cubicBezTo>
                  <a:cubicBezTo>
                    <a:pt x="214937" y="2879886"/>
                    <a:pt x="195887" y="2901476"/>
                    <a:pt x="171757" y="2912906"/>
                  </a:cubicBezTo>
                  <a:cubicBezTo>
                    <a:pt x="147627" y="2924336"/>
                    <a:pt x="112067" y="2926876"/>
                    <a:pt x="86667" y="2917986"/>
                  </a:cubicBezTo>
                  <a:cubicBezTo>
                    <a:pt x="59997" y="2910366"/>
                    <a:pt x="32057" y="2886236"/>
                    <a:pt x="18087" y="2865916"/>
                  </a:cubicBezTo>
                  <a:cubicBezTo>
                    <a:pt x="6657" y="2849406"/>
                    <a:pt x="1577" y="2829086"/>
                    <a:pt x="307" y="2810036"/>
                  </a:cubicBezTo>
                  <a:cubicBezTo>
                    <a:pt x="-963" y="2792256"/>
                    <a:pt x="1577" y="2778286"/>
                    <a:pt x="10467" y="2752886"/>
                  </a:cubicBezTo>
                  <a:cubicBezTo>
                    <a:pt x="29517" y="2700816"/>
                    <a:pt x="94287" y="2614456"/>
                    <a:pt x="145087" y="2521746"/>
                  </a:cubicBezTo>
                  <a:cubicBezTo>
                    <a:pt x="218747" y="2385856"/>
                    <a:pt x="306377" y="2206786"/>
                    <a:pt x="402897" y="2012476"/>
                  </a:cubicBezTo>
                  <a:cubicBezTo>
                    <a:pt x="528627" y="1754666"/>
                    <a:pt x="725477" y="1324136"/>
                    <a:pt x="833427" y="1106966"/>
                  </a:cubicBezTo>
                  <a:cubicBezTo>
                    <a:pt x="895657" y="982506"/>
                    <a:pt x="945187" y="865666"/>
                    <a:pt x="985827" y="818676"/>
                  </a:cubicBezTo>
                  <a:cubicBezTo>
                    <a:pt x="1002337" y="798356"/>
                    <a:pt x="1011227" y="790736"/>
                    <a:pt x="1029007" y="784386"/>
                  </a:cubicBezTo>
                  <a:cubicBezTo>
                    <a:pt x="1051867" y="776766"/>
                    <a:pt x="1087427" y="772956"/>
                    <a:pt x="1111557" y="780576"/>
                  </a:cubicBezTo>
                  <a:cubicBezTo>
                    <a:pt x="1136957" y="788196"/>
                    <a:pt x="1163627" y="812326"/>
                    <a:pt x="1176327" y="831376"/>
                  </a:cubicBezTo>
                  <a:cubicBezTo>
                    <a:pt x="1187757" y="847886"/>
                    <a:pt x="1191567" y="866936"/>
                    <a:pt x="1192837" y="884716"/>
                  </a:cubicBezTo>
                  <a:cubicBezTo>
                    <a:pt x="1194107" y="903766"/>
                    <a:pt x="1190297" y="912656"/>
                    <a:pt x="1182677" y="939326"/>
                  </a:cubicBezTo>
                  <a:cubicBezTo>
                    <a:pt x="1154737" y="1026956"/>
                    <a:pt x="1025197" y="1292386"/>
                    <a:pt x="943917" y="1466376"/>
                  </a:cubicBezTo>
                  <a:cubicBezTo>
                    <a:pt x="862637" y="1639096"/>
                    <a:pt x="775007" y="1799116"/>
                    <a:pt x="694997" y="1980726"/>
                  </a:cubicBezTo>
                  <a:cubicBezTo>
                    <a:pt x="607367" y="2178846"/>
                    <a:pt x="521007" y="2409986"/>
                    <a:pt x="443537" y="2614456"/>
                  </a:cubicBezTo>
                  <a:cubicBezTo>
                    <a:pt x="372417" y="2803686"/>
                    <a:pt x="287327" y="3080546"/>
                    <a:pt x="245417" y="3161826"/>
                  </a:cubicBezTo>
                  <a:cubicBezTo>
                    <a:pt x="232717" y="3188496"/>
                    <a:pt x="227637" y="3197386"/>
                    <a:pt x="213667" y="3210086"/>
                  </a:cubicBezTo>
                  <a:cubicBezTo>
                    <a:pt x="200967" y="3222786"/>
                    <a:pt x="183187" y="3234216"/>
                    <a:pt x="164137" y="3238026"/>
                  </a:cubicBezTo>
                  <a:cubicBezTo>
                    <a:pt x="140007" y="3243106"/>
                    <a:pt x="103177" y="3240566"/>
                    <a:pt x="79047" y="3229136"/>
                  </a:cubicBezTo>
                  <a:cubicBezTo>
                    <a:pt x="56187" y="3217706"/>
                    <a:pt x="32057" y="3191036"/>
                    <a:pt x="21897" y="3166906"/>
                  </a:cubicBezTo>
                  <a:cubicBezTo>
                    <a:pt x="11737" y="3142776"/>
                    <a:pt x="14277" y="3124996"/>
                    <a:pt x="20627" y="3081816"/>
                  </a:cubicBezTo>
                  <a:cubicBezTo>
                    <a:pt x="40947" y="2934496"/>
                    <a:pt x="208587" y="2417606"/>
                    <a:pt x="303837" y="2125506"/>
                  </a:cubicBezTo>
                  <a:cubicBezTo>
                    <a:pt x="386387" y="1874046"/>
                    <a:pt x="446077" y="1513366"/>
                    <a:pt x="551487" y="1427006"/>
                  </a:cubicBezTo>
                  <a:cubicBezTo>
                    <a:pt x="603557" y="1386366"/>
                    <a:pt x="702617" y="1376206"/>
                    <a:pt x="722937" y="1404146"/>
                  </a:cubicBezTo>
                  <a:cubicBezTo>
                    <a:pt x="758497" y="1456216"/>
                    <a:pt x="503227" y="1772446"/>
                    <a:pt x="443537" y="1924846"/>
                  </a:cubicBezTo>
                  <a:cubicBezTo>
                    <a:pt x="400357" y="2032796"/>
                    <a:pt x="378767" y="2128046"/>
                    <a:pt x="364797" y="2216946"/>
                  </a:cubicBezTo>
                  <a:cubicBezTo>
                    <a:pt x="353367" y="2285526"/>
                    <a:pt x="322887" y="2365536"/>
                    <a:pt x="355907" y="2407446"/>
                  </a:cubicBezTo>
                  <a:cubicBezTo>
                    <a:pt x="399087" y="2459516"/>
                    <a:pt x="555297" y="2459516"/>
                    <a:pt x="664517" y="2455706"/>
                  </a:cubicBezTo>
                  <a:cubicBezTo>
                    <a:pt x="787707" y="2451896"/>
                    <a:pt x="913437" y="2408716"/>
                    <a:pt x="1055677" y="2369346"/>
                  </a:cubicBezTo>
                  <a:cubicBezTo>
                    <a:pt x="1233477" y="2318546"/>
                    <a:pt x="1448107" y="2242346"/>
                    <a:pt x="1646227" y="2167416"/>
                  </a:cubicBezTo>
                  <a:cubicBezTo>
                    <a:pt x="1848157" y="2091216"/>
                    <a:pt x="2039927" y="2018826"/>
                    <a:pt x="2255827" y="1915956"/>
                  </a:cubicBezTo>
                  <a:cubicBezTo>
                    <a:pt x="2517447" y="1791496"/>
                    <a:pt x="2866697" y="1580676"/>
                    <a:pt x="3097837" y="1461296"/>
                  </a:cubicBezTo>
                  <a:cubicBezTo>
                    <a:pt x="3256587" y="1378746"/>
                    <a:pt x="3471217" y="1250476"/>
                    <a:pt x="3505507" y="1259366"/>
                  </a:cubicBezTo>
                  <a:cubicBezTo>
                    <a:pt x="3511857" y="1261906"/>
                    <a:pt x="3508047" y="1270796"/>
                    <a:pt x="3514397" y="1273336"/>
                  </a:cubicBezTo>
                  <a:cubicBezTo>
                    <a:pt x="3528367" y="1279686"/>
                    <a:pt x="3577897" y="1259366"/>
                    <a:pt x="3602027" y="1264446"/>
                  </a:cubicBezTo>
                  <a:cubicBezTo>
                    <a:pt x="3623617" y="1268256"/>
                    <a:pt x="3641397" y="1279686"/>
                    <a:pt x="3655367" y="1292386"/>
                  </a:cubicBezTo>
                  <a:cubicBezTo>
                    <a:pt x="3669337" y="1306356"/>
                    <a:pt x="3682037" y="1324136"/>
                    <a:pt x="3688387" y="1343186"/>
                  </a:cubicBezTo>
                  <a:cubicBezTo>
                    <a:pt x="3694737" y="1360966"/>
                    <a:pt x="3698547" y="1381286"/>
                    <a:pt x="3694737" y="1401606"/>
                  </a:cubicBezTo>
                  <a:cubicBezTo>
                    <a:pt x="3689657" y="1427006"/>
                    <a:pt x="3679497" y="1446056"/>
                    <a:pt x="3651557" y="1480346"/>
                  </a:cubicBezTo>
                  <a:cubicBezTo>
                    <a:pt x="3574087" y="1579406"/>
                    <a:pt x="3275637" y="1835946"/>
                    <a:pt x="3090217" y="1984536"/>
                  </a:cubicBezTo>
                  <a:cubicBezTo>
                    <a:pt x="2923847" y="2117886"/>
                    <a:pt x="2775257" y="2218216"/>
                    <a:pt x="2596187" y="2336326"/>
                  </a:cubicBezTo>
                  <a:cubicBezTo>
                    <a:pt x="2395527" y="2469676"/>
                    <a:pt x="2174547" y="2611916"/>
                    <a:pt x="1939597" y="2741456"/>
                  </a:cubicBezTo>
                  <a:cubicBezTo>
                    <a:pt x="1683057" y="2881156"/>
                    <a:pt x="1369367" y="3056416"/>
                    <a:pt x="1114097" y="3141506"/>
                  </a:cubicBezTo>
                  <a:cubicBezTo>
                    <a:pt x="909627" y="3210086"/>
                    <a:pt x="669597" y="3243106"/>
                    <a:pt x="537517" y="3253266"/>
                  </a:cubicBezTo>
                  <a:cubicBezTo>
                    <a:pt x="468937" y="3259616"/>
                    <a:pt x="427027" y="3258346"/>
                    <a:pt x="380037" y="3248186"/>
                  </a:cubicBezTo>
                  <a:cubicBezTo>
                    <a:pt x="339397" y="3240566"/>
                    <a:pt x="296217" y="3224056"/>
                    <a:pt x="269547" y="3206276"/>
                  </a:cubicBezTo>
                  <a:cubicBezTo>
                    <a:pt x="250497" y="3194846"/>
                    <a:pt x="236527" y="3182146"/>
                    <a:pt x="227637" y="3163096"/>
                  </a:cubicBezTo>
                  <a:cubicBezTo>
                    <a:pt x="216207" y="3140236"/>
                    <a:pt x="208587" y="3099596"/>
                    <a:pt x="212397" y="3074196"/>
                  </a:cubicBezTo>
                  <a:cubicBezTo>
                    <a:pt x="214937" y="3052606"/>
                    <a:pt x="226367" y="3033556"/>
                    <a:pt x="237797" y="3018316"/>
                  </a:cubicBezTo>
                  <a:cubicBezTo>
                    <a:pt x="250497" y="3003076"/>
                    <a:pt x="268277" y="2989106"/>
                    <a:pt x="287327" y="2981486"/>
                  </a:cubicBezTo>
                  <a:cubicBezTo>
                    <a:pt x="305107" y="2973866"/>
                    <a:pt x="319077" y="2981486"/>
                    <a:pt x="347017" y="2971326"/>
                  </a:cubicBezTo>
                  <a:cubicBezTo>
                    <a:pt x="420677" y="2945926"/>
                    <a:pt x="548947" y="2832896"/>
                    <a:pt x="725477" y="2761776"/>
                  </a:cubicBezTo>
                  <a:cubicBezTo>
                    <a:pt x="1077267" y="2620806"/>
                    <a:pt x="1916737" y="2436656"/>
                    <a:pt x="2380287" y="2327436"/>
                  </a:cubicBezTo>
                  <a:cubicBezTo>
                    <a:pt x="2711757" y="2248696"/>
                    <a:pt x="2958137" y="2192816"/>
                    <a:pt x="3237537" y="2145826"/>
                  </a:cubicBezTo>
                  <a:cubicBezTo>
                    <a:pt x="3500427" y="2101376"/>
                    <a:pt x="3730297" y="2069626"/>
                    <a:pt x="4010967" y="2045496"/>
                  </a:cubicBezTo>
                  <a:cubicBezTo>
                    <a:pt x="4343707" y="2017556"/>
                    <a:pt x="4692957" y="2006126"/>
                    <a:pt x="5105707" y="2003586"/>
                  </a:cubicBezTo>
                  <a:cubicBezTo>
                    <a:pt x="5639107" y="1999776"/>
                    <a:pt x="6792267" y="2034066"/>
                    <a:pt x="6943397" y="2050576"/>
                  </a:cubicBezTo>
                  <a:cubicBezTo>
                    <a:pt x="6964987" y="2053116"/>
                    <a:pt x="6967527" y="2051846"/>
                    <a:pt x="6980227" y="2056926"/>
                  </a:cubicBezTo>
                  <a:cubicBezTo>
                    <a:pt x="6998007" y="2065816"/>
                    <a:pt x="7024677" y="2083596"/>
                    <a:pt x="7037377" y="2103916"/>
                  </a:cubicBezTo>
                  <a:cubicBezTo>
                    <a:pt x="7050077" y="2122966"/>
                    <a:pt x="7055157" y="2154716"/>
                    <a:pt x="7055157" y="2175036"/>
                  </a:cubicBezTo>
                  <a:cubicBezTo>
                    <a:pt x="7055157" y="2189006"/>
                    <a:pt x="7052617" y="2197896"/>
                    <a:pt x="7046267" y="2210596"/>
                  </a:cubicBezTo>
                  <a:cubicBezTo>
                    <a:pt x="7037377" y="2228376"/>
                    <a:pt x="7014517" y="2255046"/>
                    <a:pt x="6998007" y="2266476"/>
                  </a:cubicBezTo>
                  <a:cubicBezTo>
                    <a:pt x="6985307" y="2274096"/>
                    <a:pt x="6975147" y="2276636"/>
                    <a:pt x="6962447" y="2279176"/>
                  </a:cubicBezTo>
                  <a:cubicBezTo>
                    <a:pt x="6951017" y="2281716"/>
                    <a:pt x="6939587" y="2282986"/>
                    <a:pt x="6925617" y="2280446"/>
                  </a:cubicBezTo>
                  <a:cubicBezTo>
                    <a:pt x="6905297" y="2275366"/>
                    <a:pt x="6876087" y="2263936"/>
                    <a:pt x="6859577" y="2247426"/>
                  </a:cubicBezTo>
                  <a:cubicBezTo>
                    <a:pt x="6843067" y="2230916"/>
                    <a:pt x="6830367" y="2200436"/>
                    <a:pt x="6826557" y="2181386"/>
                  </a:cubicBezTo>
                  <a:cubicBezTo>
                    <a:pt x="6822747" y="2167416"/>
                    <a:pt x="6824017" y="2157256"/>
                    <a:pt x="6827827" y="2144556"/>
                  </a:cubicBezTo>
                  <a:cubicBezTo>
                    <a:pt x="6832907" y="2125506"/>
                    <a:pt x="6849417" y="2093756"/>
                    <a:pt x="6863387" y="2079786"/>
                  </a:cubicBezTo>
                  <a:cubicBezTo>
                    <a:pt x="6873547" y="2069626"/>
                    <a:pt x="6883707" y="2064546"/>
                    <a:pt x="6895137" y="2059466"/>
                  </a:cubicBezTo>
                  <a:cubicBezTo>
                    <a:pt x="6906567" y="2054386"/>
                    <a:pt x="6916727" y="2050576"/>
                    <a:pt x="6930697" y="2050576"/>
                  </a:cubicBezTo>
                  <a:cubicBezTo>
                    <a:pt x="6951017" y="2050576"/>
                    <a:pt x="6982767" y="2055656"/>
                    <a:pt x="7003087" y="2068356"/>
                  </a:cubicBezTo>
                  <a:cubicBezTo>
                    <a:pt x="7022137" y="2081056"/>
                    <a:pt x="7041187" y="2103916"/>
                    <a:pt x="7048807" y="2125506"/>
                  </a:cubicBezTo>
                  <a:cubicBezTo>
                    <a:pt x="7056427" y="2147096"/>
                    <a:pt x="7057697" y="2177576"/>
                    <a:pt x="7051347" y="2199166"/>
                  </a:cubicBezTo>
                  <a:cubicBezTo>
                    <a:pt x="7043727" y="2222026"/>
                    <a:pt x="7027217" y="2246156"/>
                    <a:pt x="7008167" y="2258856"/>
                  </a:cubicBezTo>
                  <a:cubicBezTo>
                    <a:pt x="6989117" y="2272826"/>
                    <a:pt x="6977687" y="2275366"/>
                    <a:pt x="6938317" y="2280446"/>
                  </a:cubicBezTo>
                  <a:cubicBezTo>
                    <a:pt x="6738927" y="2308386"/>
                    <a:pt x="5641647" y="2232186"/>
                    <a:pt x="5114597" y="2235996"/>
                  </a:cubicBezTo>
                  <a:cubicBezTo>
                    <a:pt x="4709467" y="2238536"/>
                    <a:pt x="4366567" y="2249966"/>
                    <a:pt x="4040177" y="2277906"/>
                  </a:cubicBezTo>
                  <a:cubicBezTo>
                    <a:pt x="3767127" y="2300766"/>
                    <a:pt x="3543607" y="2332516"/>
                    <a:pt x="3285797" y="2376966"/>
                  </a:cubicBezTo>
                  <a:cubicBezTo>
                    <a:pt x="3011477" y="2423956"/>
                    <a:pt x="2766367" y="2479836"/>
                    <a:pt x="2439977" y="2558576"/>
                  </a:cubicBezTo>
                  <a:cubicBezTo>
                    <a:pt x="1986587" y="2667796"/>
                    <a:pt x="1163627" y="2876076"/>
                    <a:pt x="823267" y="2989106"/>
                  </a:cubicBezTo>
                  <a:cubicBezTo>
                    <a:pt x="661977" y="3042446"/>
                    <a:pt x="561647" y="3081816"/>
                    <a:pt x="472747" y="3128806"/>
                  </a:cubicBezTo>
                  <a:cubicBezTo>
                    <a:pt x="411787" y="3160556"/>
                    <a:pt x="366067" y="3220246"/>
                    <a:pt x="327967" y="3225326"/>
                  </a:cubicBezTo>
                  <a:cubicBezTo>
                    <a:pt x="305107" y="3229136"/>
                    <a:pt x="287327" y="3218976"/>
                    <a:pt x="269547" y="3206276"/>
                  </a:cubicBezTo>
                  <a:cubicBezTo>
                    <a:pt x="249227" y="3192306"/>
                    <a:pt x="222557" y="3161826"/>
                    <a:pt x="214937" y="3135156"/>
                  </a:cubicBezTo>
                  <a:cubicBezTo>
                    <a:pt x="207317" y="3108486"/>
                    <a:pt x="209857" y="3070386"/>
                    <a:pt x="222557" y="3044986"/>
                  </a:cubicBezTo>
                  <a:cubicBezTo>
                    <a:pt x="233987" y="3019586"/>
                    <a:pt x="263197" y="2992916"/>
                    <a:pt x="287327" y="2981486"/>
                  </a:cubicBezTo>
                  <a:cubicBezTo>
                    <a:pt x="306377" y="2972596"/>
                    <a:pt x="322887" y="2970056"/>
                    <a:pt x="347017" y="2971326"/>
                  </a:cubicBezTo>
                  <a:cubicBezTo>
                    <a:pt x="387657" y="2973866"/>
                    <a:pt x="437187" y="3011966"/>
                    <a:pt x="504497" y="3015776"/>
                  </a:cubicBezTo>
                  <a:cubicBezTo>
                    <a:pt x="626417" y="3022126"/>
                    <a:pt x="832157" y="2989106"/>
                    <a:pt x="1016307" y="2930686"/>
                  </a:cubicBezTo>
                  <a:cubicBezTo>
                    <a:pt x="1257607" y="2851946"/>
                    <a:pt x="1566217" y="2675416"/>
                    <a:pt x="1815137" y="2538256"/>
                  </a:cubicBezTo>
                  <a:cubicBezTo>
                    <a:pt x="2043737" y="2411256"/>
                    <a:pt x="2259637" y="2271556"/>
                    <a:pt x="2455217" y="2140746"/>
                  </a:cubicBezTo>
                  <a:cubicBezTo>
                    <a:pt x="2627937" y="2025176"/>
                    <a:pt x="2775257" y="1918496"/>
                    <a:pt x="2930197" y="1796576"/>
                  </a:cubicBezTo>
                  <a:cubicBezTo>
                    <a:pt x="3090217" y="1670846"/>
                    <a:pt x="3301037" y="1491776"/>
                    <a:pt x="3402637" y="1393986"/>
                  </a:cubicBezTo>
                  <a:cubicBezTo>
                    <a:pt x="3454707" y="1344456"/>
                    <a:pt x="3475027" y="1293656"/>
                    <a:pt x="3514397" y="1273336"/>
                  </a:cubicBezTo>
                  <a:cubicBezTo>
                    <a:pt x="3543607" y="1259366"/>
                    <a:pt x="3577897" y="1259366"/>
                    <a:pt x="3602027" y="1264446"/>
                  </a:cubicBezTo>
                  <a:cubicBezTo>
                    <a:pt x="3623617" y="1268256"/>
                    <a:pt x="3640127" y="1279686"/>
                    <a:pt x="3655367" y="1292386"/>
                  </a:cubicBezTo>
                  <a:cubicBezTo>
                    <a:pt x="3669337" y="1306356"/>
                    <a:pt x="3682037" y="1324136"/>
                    <a:pt x="3688387" y="1343186"/>
                  </a:cubicBezTo>
                  <a:cubicBezTo>
                    <a:pt x="3694737" y="1360966"/>
                    <a:pt x="3697277" y="1382556"/>
                    <a:pt x="3694737" y="1401606"/>
                  </a:cubicBezTo>
                  <a:cubicBezTo>
                    <a:pt x="3692197" y="1420656"/>
                    <a:pt x="3683307" y="1442246"/>
                    <a:pt x="3671877" y="1457486"/>
                  </a:cubicBezTo>
                  <a:cubicBezTo>
                    <a:pt x="3661717" y="1473996"/>
                    <a:pt x="3649017" y="1484156"/>
                    <a:pt x="3627427" y="1496856"/>
                  </a:cubicBezTo>
                  <a:cubicBezTo>
                    <a:pt x="3588057" y="1518446"/>
                    <a:pt x="3505507" y="1524796"/>
                    <a:pt x="3442007" y="1548926"/>
                  </a:cubicBezTo>
                  <a:cubicBezTo>
                    <a:pt x="3368347" y="1578136"/>
                    <a:pt x="3312467" y="1611156"/>
                    <a:pt x="3210867" y="1663226"/>
                  </a:cubicBezTo>
                  <a:cubicBezTo>
                    <a:pt x="3014017" y="1766096"/>
                    <a:pt x="2613967" y="2004856"/>
                    <a:pt x="2345997" y="2133126"/>
                  </a:cubicBezTo>
                  <a:cubicBezTo>
                    <a:pt x="2123747" y="2238536"/>
                    <a:pt x="1930707" y="2313466"/>
                    <a:pt x="1722427" y="2392206"/>
                  </a:cubicBezTo>
                  <a:cubicBezTo>
                    <a:pt x="1517957" y="2469676"/>
                    <a:pt x="1299517" y="2550956"/>
                    <a:pt x="1106477" y="2604296"/>
                  </a:cubicBezTo>
                  <a:cubicBezTo>
                    <a:pt x="942647" y="2648746"/>
                    <a:pt x="792787" y="2697006"/>
                    <a:pt x="641657" y="2699546"/>
                  </a:cubicBezTo>
                  <a:cubicBezTo>
                    <a:pt x="500687" y="2702086"/>
                    <a:pt x="317807" y="2691926"/>
                    <a:pt x="230177" y="2628426"/>
                  </a:cubicBezTo>
                  <a:cubicBezTo>
                    <a:pt x="161597" y="2577626"/>
                    <a:pt x="131117" y="2482376"/>
                    <a:pt x="115877" y="2403636"/>
                  </a:cubicBezTo>
                  <a:cubicBezTo>
                    <a:pt x="100637" y="2324896"/>
                    <a:pt x="120957" y="2243616"/>
                    <a:pt x="137467" y="2154716"/>
                  </a:cubicBezTo>
                  <a:cubicBezTo>
                    <a:pt x="155247" y="2050576"/>
                    <a:pt x="188267" y="1924846"/>
                    <a:pt x="230177" y="1816896"/>
                  </a:cubicBezTo>
                  <a:cubicBezTo>
                    <a:pt x="272087" y="1708946"/>
                    <a:pt x="327967" y="1604806"/>
                    <a:pt x="387657" y="1508286"/>
                  </a:cubicBezTo>
                  <a:cubicBezTo>
                    <a:pt x="444807" y="1415576"/>
                    <a:pt x="508307" y="1284766"/>
                    <a:pt x="579427" y="1249206"/>
                  </a:cubicBezTo>
                  <a:cubicBezTo>
                    <a:pt x="630227" y="1225076"/>
                    <a:pt x="707697" y="1222536"/>
                    <a:pt x="740717" y="1251746"/>
                  </a:cubicBezTo>
                  <a:cubicBezTo>
                    <a:pt x="783897" y="1289846"/>
                    <a:pt x="782627" y="1400336"/>
                    <a:pt x="772467" y="1503206"/>
                  </a:cubicBezTo>
                  <a:cubicBezTo>
                    <a:pt x="753417" y="1677196"/>
                    <a:pt x="611177" y="1941356"/>
                    <a:pt x="531167" y="2191546"/>
                  </a:cubicBezTo>
                  <a:cubicBezTo>
                    <a:pt x="435917" y="2486186"/>
                    <a:pt x="300027" y="3046256"/>
                    <a:pt x="245417" y="3161826"/>
                  </a:cubicBezTo>
                  <a:cubicBezTo>
                    <a:pt x="232717" y="3189766"/>
                    <a:pt x="227637" y="3197386"/>
                    <a:pt x="213667" y="3210086"/>
                  </a:cubicBezTo>
                  <a:cubicBezTo>
                    <a:pt x="200967" y="3222786"/>
                    <a:pt x="183187" y="3234216"/>
                    <a:pt x="164137" y="3238026"/>
                  </a:cubicBezTo>
                  <a:cubicBezTo>
                    <a:pt x="140007" y="3243106"/>
                    <a:pt x="103177" y="3240566"/>
                    <a:pt x="79047" y="3229136"/>
                  </a:cubicBezTo>
                  <a:cubicBezTo>
                    <a:pt x="56187" y="3217706"/>
                    <a:pt x="32057" y="3191036"/>
                    <a:pt x="21897" y="3166906"/>
                  </a:cubicBezTo>
                  <a:cubicBezTo>
                    <a:pt x="11737" y="3142776"/>
                    <a:pt x="13007" y="3124996"/>
                    <a:pt x="20627" y="3081816"/>
                  </a:cubicBezTo>
                  <a:cubicBezTo>
                    <a:pt x="49837" y="2912906"/>
                    <a:pt x="321617" y="2262666"/>
                    <a:pt x="485447" y="1879126"/>
                  </a:cubicBezTo>
                  <a:cubicBezTo>
                    <a:pt x="640387" y="1518446"/>
                    <a:pt x="879147" y="972346"/>
                    <a:pt x="970587" y="842806"/>
                  </a:cubicBezTo>
                  <a:cubicBezTo>
                    <a:pt x="994717" y="807246"/>
                    <a:pt x="1006147" y="794546"/>
                    <a:pt x="1029007" y="784386"/>
                  </a:cubicBezTo>
                  <a:cubicBezTo>
                    <a:pt x="1053137" y="774226"/>
                    <a:pt x="1087427" y="772956"/>
                    <a:pt x="1111557" y="780576"/>
                  </a:cubicBezTo>
                  <a:cubicBezTo>
                    <a:pt x="1136957" y="788196"/>
                    <a:pt x="1163627" y="812326"/>
                    <a:pt x="1176327" y="831376"/>
                  </a:cubicBezTo>
                  <a:cubicBezTo>
                    <a:pt x="1187757" y="847886"/>
                    <a:pt x="1191567" y="866936"/>
                    <a:pt x="1192837" y="884716"/>
                  </a:cubicBezTo>
                  <a:cubicBezTo>
                    <a:pt x="1194107" y="903766"/>
                    <a:pt x="1191567" y="911386"/>
                    <a:pt x="1182677" y="939326"/>
                  </a:cubicBezTo>
                  <a:cubicBezTo>
                    <a:pt x="1135687" y="1080296"/>
                    <a:pt x="767387" y="1806736"/>
                    <a:pt x="614987" y="2119156"/>
                  </a:cubicBezTo>
                  <a:cubicBezTo>
                    <a:pt x="513387" y="2326166"/>
                    <a:pt x="432107" y="2496346"/>
                    <a:pt x="357177" y="2634776"/>
                  </a:cubicBezTo>
                  <a:cubicBezTo>
                    <a:pt x="305107" y="2731296"/>
                    <a:pt x="254307" y="2832896"/>
                    <a:pt x="217477" y="2877346"/>
                  </a:cubicBezTo>
                  <a:cubicBezTo>
                    <a:pt x="199697" y="2896396"/>
                    <a:pt x="189537" y="2905286"/>
                    <a:pt x="171757" y="2912906"/>
                  </a:cubicBezTo>
                  <a:cubicBezTo>
                    <a:pt x="155247" y="2920526"/>
                    <a:pt x="133657" y="2924336"/>
                    <a:pt x="114607" y="2923066"/>
                  </a:cubicBezTo>
                  <a:cubicBezTo>
                    <a:pt x="95557" y="2923066"/>
                    <a:pt x="75237" y="2916716"/>
                    <a:pt x="58727" y="2906556"/>
                  </a:cubicBezTo>
                  <a:cubicBezTo>
                    <a:pt x="43487" y="2897666"/>
                    <a:pt x="28247" y="2883696"/>
                    <a:pt x="18087" y="2865916"/>
                  </a:cubicBezTo>
                  <a:cubicBezTo>
                    <a:pt x="6657" y="2844326"/>
                    <a:pt x="-963" y="2815116"/>
                    <a:pt x="1577" y="2780826"/>
                  </a:cubicBezTo>
                  <a:cubicBezTo>
                    <a:pt x="6657" y="2727486"/>
                    <a:pt x="35867" y="2674146"/>
                    <a:pt x="75237" y="2575086"/>
                  </a:cubicBezTo>
                  <a:cubicBezTo>
                    <a:pt x="185727" y="2295686"/>
                    <a:pt x="546407" y="1463836"/>
                    <a:pt x="761037" y="1010446"/>
                  </a:cubicBezTo>
                  <a:cubicBezTo>
                    <a:pt x="929947" y="652306"/>
                    <a:pt x="1164897" y="174786"/>
                    <a:pt x="1241097" y="64296"/>
                  </a:cubicBezTo>
                  <a:cubicBezTo>
                    <a:pt x="1258877" y="38896"/>
                    <a:pt x="1263957" y="31276"/>
                    <a:pt x="1280467" y="21116"/>
                  </a:cubicBezTo>
                  <a:cubicBezTo>
                    <a:pt x="1295707" y="10956"/>
                    <a:pt x="1314757" y="2066"/>
                    <a:pt x="1335077" y="796"/>
                  </a:cubicBezTo>
                  <a:cubicBezTo>
                    <a:pt x="1360477" y="-474"/>
                    <a:pt x="1398577" y="9686"/>
                    <a:pt x="1420167" y="22386"/>
                  </a:cubicBezTo>
                  <a:cubicBezTo>
                    <a:pt x="1436677" y="33816"/>
                    <a:pt x="1449377" y="50326"/>
                    <a:pt x="1458267" y="66836"/>
                  </a:cubicBezTo>
                  <a:cubicBezTo>
                    <a:pt x="1467157" y="83346"/>
                    <a:pt x="1470967" y="101126"/>
                    <a:pt x="1472237" y="123986"/>
                  </a:cubicBezTo>
                  <a:cubicBezTo>
                    <a:pt x="1473507" y="162086"/>
                    <a:pt x="1465887" y="196376"/>
                    <a:pt x="1449377" y="271306"/>
                  </a:cubicBezTo>
                  <a:cubicBezTo>
                    <a:pt x="1398577" y="513876"/>
                    <a:pt x="1157277" y="1349536"/>
                    <a:pt x="1025197" y="1818166"/>
                  </a:cubicBezTo>
                  <a:cubicBezTo>
                    <a:pt x="914707" y="2210596"/>
                    <a:pt x="786437" y="2749076"/>
                    <a:pt x="712777" y="2895126"/>
                  </a:cubicBezTo>
                  <a:cubicBezTo>
                    <a:pt x="692457" y="2937036"/>
                    <a:pt x="678487" y="2953546"/>
                    <a:pt x="656897" y="2968786"/>
                  </a:cubicBezTo>
                  <a:cubicBezTo>
                    <a:pt x="640387" y="2981486"/>
                    <a:pt x="618797" y="2986566"/>
                    <a:pt x="598477" y="2987836"/>
                  </a:cubicBezTo>
                  <a:cubicBezTo>
                    <a:pt x="578157" y="2990376"/>
                    <a:pt x="556567" y="2987836"/>
                    <a:pt x="537517" y="2977676"/>
                  </a:cubicBezTo>
                  <a:cubicBezTo>
                    <a:pt x="513387" y="2966246"/>
                    <a:pt x="484177" y="2939576"/>
                    <a:pt x="471477" y="2914176"/>
                  </a:cubicBezTo>
                  <a:cubicBezTo>
                    <a:pt x="458777" y="2888776"/>
                    <a:pt x="463857" y="2822736"/>
                    <a:pt x="463857" y="282273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89945" y="10699432"/>
            <a:ext cx="11084243" cy="3855720"/>
            <a:chOff x="0" y="0"/>
            <a:chExt cx="14778990" cy="5140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800" y="50800"/>
              <a:ext cx="14676120" cy="5038090"/>
            </a:xfrm>
            <a:custGeom>
              <a:avLst/>
              <a:gdLst/>
              <a:ahLst/>
              <a:cxnLst/>
              <a:rect r="r" b="b" t="t" l="l"/>
              <a:pathLst>
                <a:path h="5038090" w="14676120">
                  <a:moveTo>
                    <a:pt x="0" y="1684020"/>
                  </a:moveTo>
                  <a:cubicBezTo>
                    <a:pt x="411480" y="1455420"/>
                    <a:pt x="582930" y="1436370"/>
                    <a:pt x="690880" y="1419860"/>
                  </a:cubicBezTo>
                  <a:cubicBezTo>
                    <a:pt x="763270" y="1409700"/>
                    <a:pt x="839470" y="1430020"/>
                    <a:pt x="872490" y="1404620"/>
                  </a:cubicBezTo>
                  <a:cubicBezTo>
                    <a:pt x="895350" y="1388110"/>
                    <a:pt x="908050" y="1344930"/>
                    <a:pt x="904240" y="1329690"/>
                  </a:cubicBezTo>
                  <a:cubicBezTo>
                    <a:pt x="900430" y="1320800"/>
                    <a:pt x="877570" y="1311910"/>
                    <a:pt x="877570" y="1311910"/>
                  </a:cubicBezTo>
                  <a:cubicBezTo>
                    <a:pt x="877570" y="1311910"/>
                    <a:pt x="868680" y="1315720"/>
                    <a:pt x="863600" y="1318260"/>
                  </a:cubicBezTo>
                  <a:cubicBezTo>
                    <a:pt x="858520" y="1320800"/>
                    <a:pt x="849630" y="1324610"/>
                    <a:pt x="849630" y="1324610"/>
                  </a:cubicBezTo>
                  <a:cubicBezTo>
                    <a:pt x="848360" y="1324610"/>
                    <a:pt x="839470" y="1325880"/>
                    <a:pt x="834390" y="1327150"/>
                  </a:cubicBezTo>
                  <a:cubicBezTo>
                    <a:pt x="829310" y="1327150"/>
                    <a:pt x="819150" y="1328420"/>
                    <a:pt x="819150" y="1328420"/>
                  </a:cubicBezTo>
                  <a:cubicBezTo>
                    <a:pt x="817880" y="1328420"/>
                    <a:pt x="808990" y="1328420"/>
                    <a:pt x="803910" y="1327150"/>
                  </a:cubicBezTo>
                  <a:cubicBezTo>
                    <a:pt x="797560" y="1327150"/>
                    <a:pt x="788670" y="1325880"/>
                    <a:pt x="787400" y="1325880"/>
                  </a:cubicBezTo>
                  <a:cubicBezTo>
                    <a:pt x="787400" y="1325880"/>
                    <a:pt x="778510" y="1323340"/>
                    <a:pt x="773430" y="1320800"/>
                  </a:cubicBezTo>
                  <a:cubicBezTo>
                    <a:pt x="768350" y="1319530"/>
                    <a:pt x="759460" y="1316990"/>
                    <a:pt x="758190" y="1315720"/>
                  </a:cubicBezTo>
                  <a:cubicBezTo>
                    <a:pt x="758190" y="1315720"/>
                    <a:pt x="750570" y="1310640"/>
                    <a:pt x="745490" y="1308100"/>
                  </a:cubicBezTo>
                  <a:cubicBezTo>
                    <a:pt x="741680" y="1305560"/>
                    <a:pt x="732790" y="1299210"/>
                    <a:pt x="732790" y="1299210"/>
                  </a:cubicBezTo>
                  <a:cubicBezTo>
                    <a:pt x="732790" y="1299210"/>
                    <a:pt x="726440" y="1291590"/>
                    <a:pt x="722630" y="1289050"/>
                  </a:cubicBezTo>
                  <a:cubicBezTo>
                    <a:pt x="718820" y="1285240"/>
                    <a:pt x="711200" y="1277620"/>
                    <a:pt x="711200" y="1277620"/>
                  </a:cubicBezTo>
                  <a:cubicBezTo>
                    <a:pt x="711200" y="1277620"/>
                    <a:pt x="706120" y="1268730"/>
                    <a:pt x="703580" y="1263650"/>
                  </a:cubicBezTo>
                  <a:cubicBezTo>
                    <a:pt x="701040" y="1259840"/>
                    <a:pt x="695960" y="1250950"/>
                    <a:pt x="695960" y="1250950"/>
                  </a:cubicBezTo>
                  <a:cubicBezTo>
                    <a:pt x="695960" y="1249680"/>
                    <a:pt x="693420" y="1240790"/>
                    <a:pt x="692150" y="1235710"/>
                  </a:cubicBezTo>
                  <a:cubicBezTo>
                    <a:pt x="690880" y="1230630"/>
                    <a:pt x="688340" y="1220470"/>
                    <a:pt x="688340" y="1220470"/>
                  </a:cubicBezTo>
                  <a:cubicBezTo>
                    <a:pt x="688340" y="1220470"/>
                    <a:pt x="688340" y="1210310"/>
                    <a:pt x="687070" y="1205230"/>
                  </a:cubicBezTo>
                  <a:cubicBezTo>
                    <a:pt x="687070" y="1200150"/>
                    <a:pt x="687070" y="1189990"/>
                    <a:pt x="687070" y="1189990"/>
                  </a:cubicBezTo>
                  <a:cubicBezTo>
                    <a:pt x="687070" y="1189990"/>
                    <a:pt x="689610" y="1179830"/>
                    <a:pt x="690880" y="1174750"/>
                  </a:cubicBezTo>
                  <a:cubicBezTo>
                    <a:pt x="690880" y="1169670"/>
                    <a:pt x="693420" y="1159510"/>
                    <a:pt x="693420" y="1159510"/>
                  </a:cubicBezTo>
                  <a:cubicBezTo>
                    <a:pt x="693420" y="1159510"/>
                    <a:pt x="698500" y="1150620"/>
                    <a:pt x="699770" y="1145540"/>
                  </a:cubicBezTo>
                  <a:cubicBezTo>
                    <a:pt x="702310" y="1141730"/>
                    <a:pt x="707390" y="1132840"/>
                    <a:pt x="707390" y="1131570"/>
                  </a:cubicBezTo>
                  <a:cubicBezTo>
                    <a:pt x="707390" y="1131570"/>
                    <a:pt x="713740" y="1123950"/>
                    <a:pt x="716280" y="1120140"/>
                  </a:cubicBezTo>
                  <a:cubicBezTo>
                    <a:pt x="720090" y="1116330"/>
                    <a:pt x="726440" y="1108710"/>
                    <a:pt x="726440" y="1108710"/>
                  </a:cubicBezTo>
                  <a:cubicBezTo>
                    <a:pt x="726440" y="1108710"/>
                    <a:pt x="735330" y="1102360"/>
                    <a:pt x="739140" y="1099820"/>
                  </a:cubicBezTo>
                  <a:cubicBezTo>
                    <a:pt x="742950" y="1096010"/>
                    <a:pt x="748030" y="1094740"/>
                    <a:pt x="751840" y="1089660"/>
                  </a:cubicBezTo>
                  <a:cubicBezTo>
                    <a:pt x="755650" y="1083310"/>
                    <a:pt x="750570" y="1071880"/>
                    <a:pt x="758190" y="1062990"/>
                  </a:cubicBezTo>
                  <a:cubicBezTo>
                    <a:pt x="775970" y="1040130"/>
                    <a:pt x="850900" y="1004570"/>
                    <a:pt x="900430" y="990600"/>
                  </a:cubicBezTo>
                  <a:cubicBezTo>
                    <a:pt x="948690" y="976630"/>
                    <a:pt x="1021080" y="998220"/>
                    <a:pt x="1049020" y="977900"/>
                  </a:cubicBezTo>
                  <a:cubicBezTo>
                    <a:pt x="1068070" y="963930"/>
                    <a:pt x="1062990" y="947420"/>
                    <a:pt x="1075690" y="914400"/>
                  </a:cubicBezTo>
                  <a:cubicBezTo>
                    <a:pt x="1118870" y="793750"/>
                    <a:pt x="1334770" y="86360"/>
                    <a:pt x="1334770" y="85090"/>
                  </a:cubicBezTo>
                  <a:cubicBezTo>
                    <a:pt x="1336040" y="85090"/>
                    <a:pt x="1338580" y="76200"/>
                    <a:pt x="1341120" y="72390"/>
                  </a:cubicBezTo>
                  <a:cubicBezTo>
                    <a:pt x="1342390" y="68580"/>
                    <a:pt x="1346200" y="59690"/>
                    <a:pt x="1346200" y="59690"/>
                  </a:cubicBezTo>
                  <a:cubicBezTo>
                    <a:pt x="1346200" y="58420"/>
                    <a:pt x="1352550" y="52070"/>
                    <a:pt x="1355090" y="48260"/>
                  </a:cubicBezTo>
                  <a:cubicBezTo>
                    <a:pt x="1357630" y="44450"/>
                    <a:pt x="1362710" y="36830"/>
                    <a:pt x="1362710" y="36830"/>
                  </a:cubicBezTo>
                  <a:cubicBezTo>
                    <a:pt x="1363980" y="35560"/>
                    <a:pt x="1370330" y="30480"/>
                    <a:pt x="1374140" y="26670"/>
                  </a:cubicBezTo>
                  <a:cubicBezTo>
                    <a:pt x="1377950" y="24130"/>
                    <a:pt x="1385570" y="17780"/>
                    <a:pt x="1385570" y="17780"/>
                  </a:cubicBezTo>
                  <a:cubicBezTo>
                    <a:pt x="1385570" y="17780"/>
                    <a:pt x="1393190" y="13970"/>
                    <a:pt x="1398270" y="11430"/>
                  </a:cubicBezTo>
                  <a:cubicBezTo>
                    <a:pt x="1402080" y="10160"/>
                    <a:pt x="1410970" y="5080"/>
                    <a:pt x="1410970" y="5080"/>
                  </a:cubicBezTo>
                  <a:cubicBezTo>
                    <a:pt x="1410970" y="5080"/>
                    <a:pt x="1419860" y="3810"/>
                    <a:pt x="1424940" y="2540"/>
                  </a:cubicBezTo>
                  <a:cubicBezTo>
                    <a:pt x="1430020" y="1270"/>
                    <a:pt x="1438910" y="0"/>
                    <a:pt x="1438910" y="0"/>
                  </a:cubicBezTo>
                  <a:cubicBezTo>
                    <a:pt x="1438910" y="0"/>
                    <a:pt x="1447800" y="0"/>
                    <a:pt x="1452880" y="0"/>
                  </a:cubicBezTo>
                  <a:cubicBezTo>
                    <a:pt x="1457960" y="0"/>
                    <a:pt x="1466850" y="0"/>
                    <a:pt x="1466850" y="0"/>
                  </a:cubicBezTo>
                  <a:cubicBezTo>
                    <a:pt x="1468120" y="0"/>
                    <a:pt x="1477010" y="2540"/>
                    <a:pt x="1480820" y="3810"/>
                  </a:cubicBezTo>
                  <a:cubicBezTo>
                    <a:pt x="1485900" y="5080"/>
                    <a:pt x="1494790" y="7620"/>
                    <a:pt x="1494790" y="7620"/>
                  </a:cubicBezTo>
                  <a:cubicBezTo>
                    <a:pt x="1494790" y="7620"/>
                    <a:pt x="1503680" y="12700"/>
                    <a:pt x="1507490" y="15240"/>
                  </a:cubicBezTo>
                  <a:cubicBezTo>
                    <a:pt x="1511300" y="17780"/>
                    <a:pt x="1520190" y="21590"/>
                    <a:pt x="1520190" y="21590"/>
                  </a:cubicBezTo>
                  <a:cubicBezTo>
                    <a:pt x="1520190" y="21590"/>
                    <a:pt x="1526540" y="27940"/>
                    <a:pt x="1530350" y="31750"/>
                  </a:cubicBezTo>
                  <a:cubicBezTo>
                    <a:pt x="1534160" y="35560"/>
                    <a:pt x="1540510" y="41910"/>
                    <a:pt x="1540510" y="41910"/>
                  </a:cubicBezTo>
                  <a:cubicBezTo>
                    <a:pt x="1540510" y="41910"/>
                    <a:pt x="1545590" y="49530"/>
                    <a:pt x="1548130" y="53340"/>
                  </a:cubicBezTo>
                  <a:cubicBezTo>
                    <a:pt x="1550670" y="57150"/>
                    <a:pt x="1555750" y="64770"/>
                    <a:pt x="1555750" y="66040"/>
                  </a:cubicBezTo>
                  <a:cubicBezTo>
                    <a:pt x="1555750" y="66040"/>
                    <a:pt x="1559560" y="74930"/>
                    <a:pt x="1560830" y="78740"/>
                  </a:cubicBezTo>
                  <a:cubicBezTo>
                    <a:pt x="1562100" y="83820"/>
                    <a:pt x="1565910" y="92710"/>
                    <a:pt x="1565910" y="92710"/>
                  </a:cubicBezTo>
                  <a:cubicBezTo>
                    <a:pt x="1565910" y="92710"/>
                    <a:pt x="1565910" y="101600"/>
                    <a:pt x="1567180" y="106680"/>
                  </a:cubicBezTo>
                  <a:cubicBezTo>
                    <a:pt x="1567180" y="111760"/>
                    <a:pt x="1568450" y="120650"/>
                    <a:pt x="1568450" y="120650"/>
                  </a:cubicBezTo>
                  <a:cubicBezTo>
                    <a:pt x="1568450" y="120650"/>
                    <a:pt x="1565910" y="130810"/>
                    <a:pt x="1565910" y="134620"/>
                  </a:cubicBezTo>
                  <a:cubicBezTo>
                    <a:pt x="1564640" y="139700"/>
                    <a:pt x="1564640" y="142240"/>
                    <a:pt x="1563370" y="149860"/>
                  </a:cubicBezTo>
                  <a:cubicBezTo>
                    <a:pt x="1560830" y="165100"/>
                    <a:pt x="1551940" y="191770"/>
                    <a:pt x="1543050" y="224790"/>
                  </a:cubicBezTo>
                  <a:cubicBezTo>
                    <a:pt x="1524000" y="294640"/>
                    <a:pt x="1477010" y="424180"/>
                    <a:pt x="1454150" y="539750"/>
                  </a:cubicBezTo>
                  <a:cubicBezTo>
                    <a:pt x="1426210" y="675640"/>
                    <a:pt x="1333500" y="914400"/>
                    <a:pt x="1397000" y="990600"/>
                  </a:cubicBezTo>
                  <a:cubicBezTo>
                    <a:pt x="1455420" y="1060450"/>
                    <a:pt x="1769110" y="1014730"/>
                    <a:pt x="1785620" y="1010920"/>
                  </a:cubicBezTo>
                  <a:cubicBezTo>
                    <a:pt x="1786890" y="1009650"/>
                    <a:pt x="1785620" y="1009650"/>
                    <a:pt x="1786890" y="1009650"/>
                  </a:cubicBezTo>
                  <a:cubicBezTo>
                    <a:pt x="1789430" y="1008380"/>
                    <a:pt x="1799590" y="1000760"/>
                    <a:pt x="1799590" y="1000760"/>
                  </a:cubicBezTo>
                  <a:cubicBezTo>
                    <a:pt x="1799590" y="1000760"/>
                    <a:pt x="1808480" y="996950"/>
                    <a:pt x="1813560" y="995680"/>
                  </a:cubicBezTo>
                  <a:cubicBezTo>
                    <a:pt x="1817370" y="994410"/>
                    <a:pt x="1827530" y="990600"/>
                    <a:pt x="1827530" y="990600"/>
                  </a:cubicBezTo>
                  <a:cubicBezTo>
                    <a:pt x="1827530" y="990600"/>
                    <a:pt x="1837690" y="989330"/>
                    <a:pt x="1842770" y="989330"/>
                  </a:cubicBezTo>
                  <a:cubicBezTo>
                    <a:pt x="1846580" y="988060"/>
                    <a:pt x="1851660" y="988060"/>
                    <a:pt x="1854200" y="986790"/>
                  </a:cubicBezTo>
                  <a:cubicBezTo>
                    <a:pt x="1856740" y="986790"/>
                    <a:pt x="1856740" y="985520"/>
                    <a:pt x="1859280" y="984250"/>
                  </a:cubicBezTo>
                  <a:cubicBezTo>
                    <a:pt x="1861820" y="981710"/>
                    <a:pt x="1869440" y="975360"/>
                    <a:pt x="1870710" y="975360"/>
                  </a:cubicBezTo>
                  <a:cubicBezTo>
                    <a:pt x="1870710" y="975360"/>
                    <a:pt x="1879600" y="971550"/>
                    <a:pt x="1883410" y="969010"/>
                  </a:cubicBezTo>
                  <a:cubicBezTo>
                    <a:pt x="1888490" y="967740"/>
                    <a:pt x="1896110" y="962660"/>
                    <a:pt x="1897380" y="962660"/>
                  </a:cubicBezTo>
                  <a:cubicBezTo>
                    <a:pt x="1897380" y="962660"/>
                    <a:pt x="1906270" y="961390"/>
                    <a:pt x="1911350" y="960120"/>
                  </a:cubicBezTo>
                  <a:cubicBezTo>
                    <a:pt x="1916430" y="960120"/>
                    <a:pt x="1925320" y="957580"/>
                    <a:pt x="1925320" y="957580"/>
                  </a:cubicBezTo>
                  <a:cubicBezTo>
                    <a:pt x="1926590" y="957580"/>
                    <a:pt x="2020570" y="957580"/>
                    <a:pt x="2063750" y="955040"/>
                  </a:cubicBezTo>
                  <a:cubicBezTo>
                    <a:pt x="2103120" y="953770"/>
                    <a:pt x="2150110" y="966470"/>
                    <a:pt x="2174240" y="949960"/>
                  </a:cubicBezTo>
                  <a:cubicBezTo>
                    <a:pt x="2195830" y="935990"/>
                    <a:pt x="2208530" y="878840"/>
                    <a:pt x="2208530" y="877570"/>
                  </a:cubicBezTo>
                  <a:cubicBezTo>
                    <a:pt x="2208530" y="876300"/>
                    <a:pt x="2213610" y="868680"/>
                    <a:pt x="2216150" y="863600"/>
                  </a:cubicBezTo>
                  <a:cubicBezTo>
                    <a:pt x="2218690" y="859790"/>
                    <a:pt x="2223770" y="850900"/>
                    <a:pt x="2223770" y="850900"/>
                  </a:cubicBezTo>
                  <a:cubicBezTo>
                    <a:pt x="2225040" y="850900"/>
                    <a:pt x="2231390" y="844550"/>
                    <a:pt x="2235200" y="840740"/>
                  </a:cubicBezTo>
                  <a:cubicBezTo>
                    <a:pt x="2239010" y="836930"/>
                    <a:pt x="2245360" y="829310"/>
                    <a:pt x="2245360" y="829310"/>
                  </a:cubicBezTo>
                  <a:cubicBezTo>
                    <a:pt x="2245360" y="829310"/>
                    <a:pt x="2254250" y="824230"/>
                    <a:pt x="2258060" y="821690"/>
                  </a:cubicBezTo>
                  <a:cubicBezTo>
                    <a:pt x="2263140" y="819150"/>
                    <a:pt x="2272030" y="814070"/>
                    <a:pt x="2272030" y="814070"/>
                  </a:cubicBezTo>
                  <a:cubicBezTo>
                    <a:pt x="2272030" y="814070"/>
                    <a:pt x="2280920" y="810260"/>
                    <a:pt x="2286000" y="808990"/>
                  </a:cubicBezTo>
                  <a:cubicBezTo>
                    <a:pt x="2291080" y="807720"/>
                    <a:pt x="2299970" y="805180"/>
                    <a:pt x="2301240" y="805180"/>
                  </a:cubicBezTo>
                  <a:cubicBezTo>
                    <a:pt x="2301240" y="803910"/>
                    <a:pt x="2311400" y="803910"/>
                    <a:pt x="2315210" y="803910"/>
                  </a:cubicBezTo>
                  <a:cubicBezTo>
                    <a:pt x="2320290" y="802640"/>
                    <a:pt x="2330450" y="802640"/>
                    <a:pt x="2330450" y="802640"/>
                  </a:cubicBezTo>
                  <a:cubicBezTo>
                    <a:pt x="2331720" y="802640"/>
                    <a:pt x="2340610" y="803910"/>
                    <a:pt x="2345690" y="805180"/>
                  </a:cubicBezTo>
                  <a:cubicBezTo>
                    <a:pt x="2350770" y="806450"/>
                    <a:pt x="2360930" y="807720"/>
                    <a:pt x="2360930" y="807720"/>
                  </a:cubicBezTo>
                  <a:cubicBezTo>
                    <a:pt x="2360930" y="807720"/>
                    <a:pt x="2369820" y="811530"/>
                    <a:pt x="2374900" y="814070"/>
                  </a:cubicBezTo>
                  <a:cubicBezTo>
                    <a:pt x="2379980" y="816610"/>
                    <a:pt x="2388870" y="820420"/>
                    <a:pt x="2388870" y="820420"/>
                  </a:cubicBezTo>
                  <a:cubicBezTo>
                    <a:pt x="2388870" y="820420"/>
                    <a:pt x="2396490" y="826770"/>
                    <a:pt x="2400300" y="829310"/>
                  </a:cubicBezTo>
                  <a:cubicBezTo>
                    <a:pt x="2404110" y="833120"/>
                    <a:pt x="2413000" y="839470"/>
                    <a:pt x="2413000" y="839470"/>
                  </a:cubicBezTo>
                  <a:cubicBezTo>
                    <a:pt x="2413000" y="839470"/>
                    <a:pt x="2419350" y="847090"/>
                    <a:pt x="2421890" y="850900"/>
                  </a:cubicBezTo>
                  <a:cubicBezTo>
                    <a:pt x="2425700" y="854710"/>
                    <a:pt x="2432050" y="862330"/>
                    <a:pt x="2432050" y="862330"/>
                  </a:cubicBezTo>
                  <a:cubicBezTo>
                    <a:pt x="2432050" y="863600"/>
                    <a:pt x="2435860" y="872490"/>
                    <a:pt x="2438400" y="876300"/>
                  </a:cubicBezTo>
                  <a:cubicBezTo>
                    <a:pt x="2439670" y="881380"/>
                    <a:pt x="2444750" y="890270"/>
                    <a:pt x="2444750" y="890270"/>
                  </a:cubicBezTo>
                  <a:cubicBezTo>
                    <a:pt x="2444750" y="890270"/>
                    <a:pt x="2446020" y="900430"/>
                    <a:pt x="2447290" y="905510"/>
                  </a:cubicBezTo>
                  <a:cubicBezTo>
                    <a:pt x="2447290" y="910590"/>
                    <a:pt x="2449830" y="920750"/>
                    <a:pt x="2449830" y="920750"/>
                  </a:cubicBezTo>
                  <a:cubicBezTo>
                    <a:pt x="2449830" y="920750"/>
                    <a:pt x="2447290" y="928370"/>
                    <a:pt x="2449830" y="929640"/>
                  </a:cubicBezTo>
                  <a:cubicBezTo>
                    <a:pt x="2451100" y="930910"/>
                    <a:pt x="2456180" y="929640"/>
                    <a:pt x="2458720" y="928370"/>
                  </a:cubicBezTo>
                  <a:cubicBezTo>
                    <a:pt x="2461260" y="927100"/>
                    <a:pt x="2466340" y="923290"/>
                    <a:pt x="2466340" y="923290"/>
                  </a:cubicBezTo>
                  <a:cubicBezTo>
                    <a:pt x="2466340" y="923290"/>
                    <a:pt x="2475230" y="919480"/>
                    <a:pt x="2479040" y="916940"/>
                  </a:cubicBezTo>
                  <a:cubicBezTo>
                    <a:pt x="2484120" y="915670"/>
                    <a:pt x="2493010" y="910590"/>
                    <a:pt x="2493010" y="910590"/>
                  </a:cubicBezTo>
                  <a:cubicBezTo>
                    <a:pt x="2493010" y="910590"/>
                    <a:pt x="2503170" y="909320"/>
                    <a:pt x="2508250" y="908050"/>
                  </a:cubicBezTo>
                  <a:cubicBezTo>
                    <a:pt x="2512060" y="908050"/>
                    <a:pt x="2522220" y="905510"/>
                    <a:pt x="2522220" y="905510"/>
                  </a:cubicBezTo>
                  <a:cubicBezTo>
                    <a:pt x="2522220" y="905510"/>
                    <a:pt x="2532380" y="906780"/>
                    <a:pt x="2537460" y="906780"/>
                  </a:cubicBezTo>
                  <a:cubicBezTo>
                    <a:pt x="2542540" y="906780"/>
                    <a:pt x="2551430" y="908050"/>
                    <a:pt x="2552700" y="908050"/>
                  </a:cubicBezTo>
                  <a:cubicBezTo>
                    <a:pt x="2552700" y="908050"/>
                    <a:pt x="2561590" y="910590"/>
                    <a:pt x="2566670" y="911860"/>
                  </a:cubicBezTo>
                  <a:cubicBezTo>
                    <a:pt x="2570480" y="913130"/>
                    <a:pt x="2573020" y="915670"/>
                    <a:pt x="2580640" y="916940"/>
                  </a:cubicBezTo>
                  <a:cubicBezTo>
                    <a:pt x="2603500" y="919480"/>
                    <a:pt x="2674620" y="906780"/>
                    <a:pt x="2734310" y="901700"/>
                  </a:cubicBezTo>
                  <a:cubicBezTo>
                    <a:pt x="2815590" y="894080"/>
                    <a:pt x="3007360" y="891540"/>
                    <a:pt x="3027680" y="878840"/>
                  </a:cubicBezTo>
                  <a:cubicBezTo>
                    <a:pt x="3030220" y="877570"/>
                    <a:pt x="3031490" y="873760"/>
                    <a:pt x="3031490" y="873760"/>
                  </a:cubicBezTo>
                  <a:cubicBezTo>
                    <a:pt x="3031490" y="873760"/>
                    <a:pt x="3037840" y="864870"/>
                    <a:pt x="3040380" y="861060"/>
                  </a:cubicBezTo>
                  <a:cubicBezTo>
                    <a:pt x="3042920" y="857250"/>
                    <a:pt x="3049270" y="849630"/>
                    <a:pt x="3049270" y="849630"/>
                  </a:cubicBezTo>
                  <a:cubicBezTo>
                    <a:pt x="3049270" y="849630"/>
                    <a:pt x="3056890" y="843280"/>
                    <a:pt x="3060700" y="839470"/>
                  </a:cubicBezTo>
                  <a:cubicBezTo>
                    <a:pt x="3064510" y="836930"/>
                    <a:pt x="3072130" y="830580"/>
                    <a:pt x="3072130" y="830580"/>
                  </a:cubicBezTo>
                  <a:cubicBezTo>
                    <a:pt x="3073400" y="830580"/>
                    <a:pt x="3082290" y="825500"/>
                    <a:pt x="3086100" y="824230"/>
                  </a:cubicBezTo>
                  <a:cubicBezTo>
                    <a:pt x="3091180" y="821690"/>
                    <a:pt x="3100070" y="817880"/>
                    <a:pt x="3100070" y="816610"/>
                  </a:cubicBezTo>
                  <a:cubicBezTo>
                    <a:pt x="3100070" y="816610"/>
                    <a:pt x="3110230" y="815340"/>
                    <a:pt x="3115310" y="814070"/>
                  </a:cubicBezTo>
                  <a:cubicBezTo>
                    <a:pt x="3119120" y="812800"/>
                    <a:pt x="3129280" y="811530"/>
                    <a:pt x="3129280" y="811530"/>
                  </a:cubicBezTo>
                  <a:cubicBezTo>
                    <a:pt x="3129280" y="811530"/>
                    <a:pt x="3139440" y="811530"/>
                    <a:pt x="3144520" y="811530"/>
                  </a:cubicBezTo>
                  <a:cubicBezTo>
                    <a:pt x="3149600" y="811530"/>
                    <a:pt x="3159760" y="812800"/>
                    <a:pt x="3159760" y="812800"/>
                  </a:cubicBezTo>
                  <a:cubicBezTo>
                    <a:pt x="3159760" y="812800"/>
                    <a:pt x="3169920" y="815340"/>
                    <a:pt x="3173730" y="816610"/>
                  </a:cubicBezTo>
                  <a:cubicBezTo>
                    <a:pt x="3178810" y="817880"/>
                    <a:pt x="3188970" y="820420"/>
                    <a:pt x="3188970" y="820420"/>
                  </a:cubicBezTo>
                  <a:cubicBezTo>
                    <a:pt x="3188970" y="820420"/>
                    <a:pt x="3197860" y="825500"/>
                    <a:pt x="3201670" y="828040"/>
                  </a:cubicBezTo>
                  <a:cubicBezTo>
                    <a:pt x="3205480" y="830580"/>
                    <a:pt x="3214370" y="835660"/>
                    <a:pt x="3214370" y="835660"/>
                  </a:cubicBezTo>
                  <a:cubicBezTo>
                    <a:pt x="3214370" y="835660"/>
                    <a:pt x="3221990" y="843280"/>
                    <a:pt x="3225800" y="845820"/>
                  </a:cubicBezTo>
                  <a:cubicBezTo>
                    <a:pt x="3229610" y="849630"/>
                    <a:pt x="3235960" y="857250"/>
                    <a:pt x="3235960" y="857250"/>
                  </a:cubicBezTo>
                  <a:cubicBezTo>
                    <a:pt x="3237230" y="857250"/>
                    <a:pt x="3237230" y="861060"/>
                    <a:pt x="3241040" y="863600"/>
                  </a:cubicBezTo>
                  <a:cubicBezTo>
                    <a:pt x="3253740" y="869950"/>
                    <a:pt x="3310890" y="858520"/>
                    <a:pt x="3368040" y="853440"/>
                  </a:cubicBezTo>
                  <a:cubicBezTo>
                    <a:pt x="3487420" y="842010"/>
                    <a:pt x="3724910" y="815340"/>
                    <a:pt x="3921760" y="792480"/>
                  </a:cubicBezTo>
                  <a:cubicBezTo>
                    <a:pt x="4144010" y="765810"/>
                    <a:pt x="4376420" y="732790"/>
                    <a:pt x="4632960" y="701040"/>
                  </a:cubicBezTo>
                  <a:cubicBezTo>
                    <a:pt x="4933950" y="662940"/>
                    <a:pt x="5303520" y="615950"/>
                    <a:pt x="5615940" y="581660"/>
                  </a:cubicBezTo>
                  <a:cubicBezTo>
                    <a:pt x="5900420" y="551180"/>
                    <a:pt x="6141720" y="529590"/>
                    <a:pt x="6433820" y="504190"/>
                  </a:cubicBezTo>
                  <a:cubicBezTo>
                    <a:pt x="6767830" y="476250"/>
                    <a:pt x="7205980" y="444500"/>
                    <a:pt x="7512050" y="420370"/>
                  </a:cubicBezTo>
                  <a:cubicBezTo>
                    <a:pt x="7740650" y="402590"/>
                    <a:pt x="7918450" y="391160"/>
                    <a:pt x="8110220" y="373380"/>
                  </a:cubicBezTo>
                  <a:cubicBezTo>
                    <a:pt x="8290560" y="355600"/>
                    <a:pt x="8473440" y="331470"/>
                    <a:pt x="8634730" y="313690"/>
                  </a:cubicBezTo>
                  <a:cubicBezTo>
                    <a:pt x="8771890" y="297180"/>
                    <a:pt x="9019540" y="270510"/>
                    <a:pt x="9019540" y="270510"/>
                  </a:cubicBezTo>
                  <a:cubicBezTo>
                    <a:pt x="9019540" y="270510"/>
                    <a:pt x="9029700" y="270510"/>
                    <a:pt x="9034780" y="270510"/>
                  </a:cubicBezTo>
                  <a:cubicBezTo>
                    <a:pt x="9039860" y="270510"/>
                    <a:pt x="9050020" y="270510"/>
                    <a:pt x="9050020" y="270510"/>
                  </a:cubicBezTo>
                  <a:cubicBezTo>
                    <a:pt x="9050020" y="270510"/>
                    <a:pt x="9060180" y="273050"/>
                    <a:pt x="9065260" y="274320"/>
                  </a:cubicBezTo>
                  <a:cubicBezTo>
                    <a:pt x="9069070" y="275590"/>
                    <a:pt x="9079230" y="278130"/>
                    <a:pt x="9079230" y="278130"/>
                  </a:cubicBezTo>
                  <a:cubicBezTo>
                    <a:pt x="9079230" y="279400"/>
                    <a:pt x="9088120" y="283210"/>
                    <a:pt x="9093200" y="285750"/>
                  </a:cubicBezTo>
                  <a:cubicBezTo>
                    <a:pt x="9097010" y="288290"/>
                    <a:pt x="9105900" y="293370"/>
                    <a:pt x="9105900" y="293370"/>
                  </a:cubicBezTo>
                  <a:cubicBezTo>
                    <a:pt x="9105900" y="293370"/>
                    <a:pt x="9113520" y="299720"/>
                    <a:pt x="9117330" y="303530"/>
                  </a:cubicBezTo>
                  <a:cubicBezTo>
                    <a:pt x="9121140" y="307340"/>
                    <a:pt x="9128760" y="313690"/>
                    <a:pt x="9128760" y="313690"/>
                  </a:cubicBezTo>
                  <a:cubicBezTo>
                    <a:pt x="9128760" y="313690"/>
                    <a:pt x="9133840" y="322580"/>
                    <a:pt x="9136380" y="326390"/>
                  </a:cubicBezTo>
                  <a:cubicBezTo>
                    <a:pt x="9140190" y="330200"/>
                    <a:pt x="9145270" y="339090"/>
                    <a:pt x="9145270" y="339090"/>
                  </a:cubicBezTo>
                  <a:cubicBezTo>
                    <a:pt x="9145270" y="339090"/>
                    <a:pt x="9149080" y="347980"/>
                    <a:pt x="9150350" y="353060"/>
                  </a:cubicBezTo>
                  <a:cubicBezTo>
                    <a:pt x="9152890" y="358140"/>
                    <a:pt x="9155430" y="367030"/>
                    <a:pt x="9155430" y="367030"/>
                  </a:cubicBezTo>
                  <a:cubicBezTo>
                    <a:pt x="9155430" y="367030"/>
                    <a:pt x="9156700" y="377190"/>
                    <a:pt x="9157970" y="382270"/>
                  </a:cubicBezTo>
                  <a:cubicBezTo>
                    <a:pt x="9157970" y="387350"/>
                    <a:pt x="9159240" y="397510"/>
                    <a:pt x="9159240" y="397510"/>
                  </a:cubicBezTo>
                  <a:cubicBezTo>
                    <a:pt x="9159240" y="397510"/>
                    <a:pt x="9157970" y="407670"/>
                    <a:pt x="9156700" y="412750"/>
                  </a:cubicBezTo>
                  <a:cubicBezTo>
                    <a:pt x="9156700" y="417830"/>
                    <a:pt x="9155430" y="426720"/>
                    <a:pt x="9155430" y="427990"/>
                  </a:cubicBezTo>
                  <a:cubicBezTo>
                    <a:pt x="9155430" y="427990"/>
                    <a:pt x="9151620" y="436880"/>
                    <a:pt x="9149080" y="441960"/>
                  </a:cubicBezTo>
                  <a:cubicBezTo>
                    <a:pt x="9147810" y="445770"/>
                    <a:pt x="9144000" y="455930"/>
                    <a:pt x="9144000" y="455930"/>
                  </a:cubicBezTo>
                  <a:cubicBezTo>
                    <a:pt x="9144000" y="455930"/>
                    <a:pt x="9137650" y="463550"/>
                    <a:pt x="9135110" y="468630"/>
                  </a:cubicBezTo>
                  <a:cubicBezTo>
                    <a:pt x="9132570" y="472440"/>
                    <a:pt x="9126220" y="480060"/>
                    <a:pt x="9126220" y="480060"/>
                  </a:cubicBezTo>
                  <a:cubicBezTo>
                    <a:pt x="9126220" y="480060"/>
                    <a:pt x="9118600" y="487680"/>
                    <a:pt x="9114790" y="490220"/>
                  </a:cubicBezTo>
                  <a:cubicBezTo>
                    <a:pt x="9110980" y="494030"/>
                    <a:pt x="9103360" y="500380"/>
                    <a:pt x="9103360" y="500380"/>
                  </a:cubicBezTo>
                  <a:cubicBezTo>
                    <a:pt x="9103360" y="500380"/>
                    <a:pt x="9094470" y="505460"/>
                    <a:pt x="9089390" y="506730"/>
                  </a:cubicBezTo>
                  <a:cubicBezTo>
                    <a:pt x="9085580" y="509270"/>
                    <a:pt x="9076690" y="514350"/>
                    <a:pt x="9076690" y="514350"/>
                  </a:cubicBezTo>
                  <a:cubicBezTo>
                    <a:pt x="9076690" y="514350"/>
                    <a:pt x="9066530" y="516890"/>
                    <a:pt x="9061450" y="518160"/>
                  </a:cubicBezTo>
                  <a:cubicBezTo>
                    <a:pt x="9056370" y="518160"/>
                    <a:pt x="9047480" y="520700"/>
                    <a:pt x="9046210" y="520700"/>
                  </a:cubicBezTo>
                  <a:cubicBezTo>
                    <a:pt x="9046210" y="520700"/>
                    <a:pt x="8809990" y="538480"/>
                    <a:pt x="8735060" y="546100"/>
                  </a:cubicBezTo>
                  <a:cubicBezTo>
                    <a:pt x="8693150" y="551180"/>
                    <a:pt x="8634730" y="557530"/>
                    <a:pt x="8634730" y="560070"/>
                  </a:cubicBezTo>
                  <a:cubicBezTo>
                    <a:pt x="8634730" y="567690"/>
                    <a:pt x="8997950" y="558800"/>
                    <a:pt x="9146540" y="562610"/>
                  </a:cubicBezTo>
                  <a:cubicBezTo>
                    <a:pt x="9258300" y="566420"/>
                    <a:pt x="9352280" y="595630"/>
                    <a:pt x="9444990" y="580390"/>
                  </a:cubicBezTo>
                  <a:cubicBezTo>
                    <a:pt x="9528810" y="566420"/>
                    <a:pt x="9596120" y="516890"/>
                    <a:pt x="9679940" y="486410"/>
                  </a:cubicBezTo>
                  <a:cubicBezTo>
                    <a:pt x="9773920" y="452120"/>
                    <a:pt x="9883140" y="400050"/>
                    <a:pt x="9982200" y="386080"/>
                  </a:cubicBezTo>
                  <a:cubicBezTo>
                    <a:pt x="10073640" y="373380"/>
                    <a:pt x="10215880" y="358140"/>
                    <a:pt x="10252710" y="396240"/>
                  </a:cubicBezTo>
                  <a:cubicBezTo>
                    <a:pt x="10279380" y="425450"/>
                    <a:pt x="10232390" y="521970"/>
                    <a:pt x="10250170" y="535940"/>
                  </a:cubicBezTo>
                  <a:cubicBezTo>
                    <a:pt x="10261600" y="546100"/>
                    <a:pt x="10278110" y="528320"/>
                    <a:pt x="10308590" y="524510"/>
                  </a:cubicBezTo>
                  <a:cubicBezTo>
                    <a:pt x="10398760" y="511810"/>
                    <a:pt x="10669270" y="480060"/>
                    <a:pt x="10857230" y="483870"/>
                  </a:cubicBezTo>
                  <a:cubicBezTo>
                    <a:pt x="11055350" y="487680"/>
                    <a:pt x="11289030" y="514350"/>
                    <a:pt x="11466830" y="553720"/>
                  </a:cubicBezTo>
                  <a:cubicBezTo>
                    <a:pt x="11610340" y="585470"/>
                    <a:pt x="11811000" y="680720"/>
                    <a:pt x="11846560" y="680720"/>
                  </a:cubicBezTo>
                  <a:cubicBezTo>
                    <a:pt x="11852910" y="680720"/>
                    <a:pt x="11856720" y="676910"/>
                    <a:pt x="11856720" y="676910"/>
                  </a:cubicBezTo>
                  <a:cubicBezTo>
                    <a:pt x="11856720" y="676910"/>
                    <a:pt x="11866880" y="675640"/>
                    <a:pt x="11871960" y="675640"/>
                  </a:cubicBezTo>
                  <a:cubicBezTo>
                    <a:pt x="11877040" y="674370"/>
                    <a:pt x="11887200" y="674370"/>
                    <a:pt x="11887200" y="674370"/>
                  </a:cubicBezTo>
                  <a:cubicBezTo>
                    <a:pt x="11887200" y="674370"/>
                    <a:pt x="11897360" y="675640"/>
                    <a:pt x="11902440" y="675640"/>
                  </a:cubicBezTo>
                  <a:cubicBezTo>
                    <a:pt x="11907520" y="676910"/>
                    <a:pt x="11917680" y="678180"/>
                    <a:pt x="11917680" y="678180"/>
                  </a:cubicBezTo>
                  <a:cubicBezTo>
                    <a:pt x="11917680" y="678180"/>
                    <a:pt x="11927840" y="681990"/>
                    <a:pt x="11931650" y="683260"/>
                  </a:cubicBezTo>
                  <a:cubicBezTo>
                    <a:pt x="11936730" y="685800"/>
                    <a:pt x="11945620" y="689610"/>
                    <a:pt x="11945620" y="689610"/>
                  </a:cubicBezTo>
                  <a:cubicBezTo>
                    <a:pt x="11946890" y="689610"/>
                    <a:pt x="11954510" y="695960"/>
                    <a:pt x="11958320" y="698500"/>
                  </a:cubicBezTo>
                  <a:cubicBezTo>
                    <a:pt x="11962130" y="701040"/>
                    <a:pt x="11971020" y="707390"/>
                    <a:pt x="11971020" y="707390"/>
                  </a:cubicBezTo>
                  <a:cubicBezTo>
                    <a:pt x="11971020" y="707390"/>
                    <a:pt x="11977370" y="715010"/>
                    <a:pt x="11981180" y="718820"/>
                  </a:cubicBezTo>
                  <a:cubicBezTo>
                    <a:pt x="11983720" y="722630"/>
                    <a:pt x="11991340" y="730250"/>
                    <a:pt x="11991340" y="730250"/>
                  </a:cubicBezTo>
                  <a:cubicBezTo>
                    <a:pt x="11991340" y="730250"/>
                    <a:pt x="11995150" y="740410"/>
                    <a:pt x="11997690" y="744220"/>
                  </a:cubicBezTo>
                  <a:cubicBezTo>
                    <a:pt x="12000230" y="748030"/>
                    <a:pt x="11998960" y="750570"/>
                    <a:pt x="12004040" y="755650"/>
                  </a:cubicBezTo>
                  <a:cubicBezTo>
                    <a:pt x="12019280" y="773430"/>
                    <a:pt x="12103100" y="826770"/>
                    <a:pt x="12141200" y="850900"/>
                  </a:cubicBezTo>
                  <a:cubicBezTo>
                    <a:pt x="12167870" y="868680"/>
                    <a:pt x="12198350" y="882650"/>
                    <a:pt x="12207240" y="892810"/>
                  </a:cubicBezTo>
                  <a:cubicBezTo>
                    <a:pt x="12211050" y="895350"/>
                    <a:pt x="12209780" y="897890"/>
                    <a:pt x="12213590" y="901700"/>
                  </a:cubicBezTo>
                  <a:cubicBezTo>
                    <a:pt x="12223750" y="911860"/>
                    <a:pt x="12279630" y="934720"/>
                    <a:pt x="12279630" y="946150"/>
                  </a:cubicBezTo>
                  <a:cubicBezTo>
                    <a:pt x="12279630" y="953770"/>
                    <a:pt x="12256770" y="952500"/>
                    <a:pt x="12255500" y="963930"/>
                  </a:cubicBezTo>
                  <a:cubicBezTo>
                    <a:pt x="12246610" y="1004570"/>
                    <a:pt x="12473940" y="1281430"/>
                    <a:pt x="12492990" y="1320800"/>
                  </a:cubicBezTo>
                  <a:cubicBezTo>
                    <a:pt x="12495530" y="1327150"/>
                    <a:pt x="12492990" y="1329690"/>
                    <a:pt x="12496800" y="1333500"/>
                  </a:cubicBezTo>
                  <a:cubicBezTo>
                    <a:pt x="12510770" y="1348740"/>
                    <a:pt x="12595860" y="1377950"/>
                    <a:pt x="12625070" y="1388110"/>
                  </a:cubicBezTo>
                  <a:cubicBezTo>
                    <a:pt x="12639040" y="1393190"/>
                    <a:pt x="12642850" y="1393190"/>
                    <a:pt x="12658090" y="1397000"/>
                  </a:cubicBezTo>
                  <a:cubicBezTo>
                    <a:pt x="12691110" y="1403350"/>
                    <a:pt x="12769850" y="1410970"/>
                    <a:pt x="12814300" y="1422400"/>
                  </a:cubicBezTo>
                  <a:cubicBezTo>
                    <a:pt x="12849860" y="1431290"/>
                    <a:pt x="12889230" y="1447800"/>
                    <a:pt x="12905740" y="1452880"/>
                  </a:cubicBezTo>
                  <a:cubicBezTo>
                    <a:pt x="12912090" y="1455420"/>
                    <a:pt x="12915900" y="1456690"/>
                    <a:pt x="12919710" y="1457960"/>
                  </a:cubicBezTo>
                  <a:cubicBezTo>
                    <a:pt x="12924790" y="1459230"/>
                    <a:pt x="12933680" y="1463040"/>
                    <a:pt x="12934950" y="1463040"/>
                  </a:cubicBezTo>
                  <a:cubicBezTo>
                    <a:pt x="12934950" y="1463040"/>
                    <a:pt x="12942570" y="1468120"/>
                    <a:pt x="12947650" y="1470660"/>
                  </a:cubicBezTo>
                  <a:cubicBezTo>
                    <a:pt x="12951460" y="1473200"/>
                    <a:pt x="12960350" y="1478280"/>
                    <a:pt x="12960350" y="1478280"/>
                  </a:cubicBezTo>
                  <a:cubicBezTo>
                    <a:pt x="12960350" y="1478280"/>
                    <a:pt x="12966700" y="1485900"/>
                    <a:pt x="12970511" y="1489710"/>
                  </a:cubicBezTo>
                  <a:cubicBezTo>
                    <a:pt x="12974320" y="1492250"/>
                    <a:pt x="12980670" y="1499870"/>
                    <a:pt x="12980670" y="1499870"/>
                  </a:cubicBezTo>
                  <a:cubicBezTo>
                    <a:pt x="12980670" y="1499870"/>
                    <a:pt x="12985750" y="1508760"/>
                    <a:pt x="12988289" y="1512570"/>
                  </a:cubicBezTo>
                  <a:cubicBezTo>
                    <a:pt x="12990830" y="1517650"/>
                    <a:pt x="12995911" y="1525270"/>
                    <a:pt x="12995911" y="1525270"/>
                  </a:cubicBezTo>
                  <a:cubicBezTo>
                    <a:pt x="12995911" y="1525270"/>
                    <a:pt x="12999720" y="1536700"/>
                    <a:pt x="13000989" y="1540510"/>
                  </a:cubicBezTo>
                  <a:cubicBezTo>
                    <a:pt x="13000989" y="1541780"/>
                    <a:pt x="13000989" y="1543050"/>
                    <a:pt x="13000989" y="1543050"/>
                  </a:cubicBezTo>
                  <a:cubicBezTo>
                    <a:pt x="13000989" y="1543050"/>
                    <a:pt x="13002261" y="1543050"/>
                    <a:pt x="13002261" y="1543050"/>
                  </a:cubicBezTo>
                  <a:cubicBezTo>
                    <a:pt x="13003530" y="1544320"/>
                    <a:pt x="13016230" y="1549400"/>
                    <a:pt x="13016230" y="1549400"/>
                  </a:cubicBezTo>
                  <a:cubicBezTo>
                    <a:pt x="13016230" y="1549400"/>
                    <a:pt x="13023850" y="1555750"/>
                    <a:pt x="13027661" y="1559560"/>
                  </a:cubicBezTo>
                  <a:cubicBezTo>
                    <a:pt x="13031470" y="1562100"/>
                    <a:pt x="13040361" y="1568450"/>
                    <a:pt x="13040361" y="1568450"/>
                  </a:cubicBezTo>
                  <a:cubicBezTo>
                    <a:pt x="13040361" y="1568450"/>
                    <a:pt x="13046711" y="1577340"/>
                    <a:pt x="13049250" y="1581150"/>
                  </a:cubicBezTo>
                  <a:cubicBezTo>
                    <a:pt x="13051789" y="1583690"/>
                    <a:pt x="13051789" y="1586230"/>
                    <a:pt x="13056870" y="1590040"/>
                  </a:cubicBezTo>
                  <a:cubicBezTo>
                    <a:pt x="13073380" y="1605280"/>
                    <a:pt x="13145770" y="1631950"/>
                    <a:pt x="13202920" y="1666240"/>
                  </a:cubicBezTo>
                  <a:cubicBezTo>
                    <a:pt x="13290550" y="1720850"/>
                    <a:pt x="13431520" y="1819910"/>
                    <a:pt x="13522961" y="1896110"/>
                  </a:cubicBezTo>
                  <a:cubicBezTo>
                    <a:pt x="13596620" y="1958340"/>
                    <a:pt x="13657580" y="2023110"/>
                    <a:pt x="13713461" y="2082800"/>
                  </a:cubicBezTo>
                  <a:cubicBezTo>
                    <a:pt x="13760450" y="2132330"/>
                    <a:pt x="13807439" y="2164080"/>
                    <a:pt x="13839189" y="2226310"/>
                  </a:cubicBezTo>
                  <a:cubicBezTo>
                    <a:pt x="13881100" y="2306320"/>
                    <a:pt x="13933170" y="2459990"/>
                    <a:pt x="13911580" y="2540000"/>
                  </a:cubicBezTo>
                  <a:cubicBezTo>
                    <a:pt x="13895070" y="2603500"/>
                    <a:pt x="13776961" y="2673350"/>
                    <a:pt x="13782039" y="2684780"/>
                  </a:cubicBezTo>
                  <a:cubicBezTo>
                    <a:pt x="13783311" y="2688590"/>
                    <a:pt x="13790930" y="2686050"/>
                    <a:pt x="13796011" y="2687320"/>
                  </a:cubicBezTo>
                  <a:cubicBezTo>
                    <a:pt x="13801089" y="2687320"/>
                    <a:pt x="13811250" y="2688590"/>
                    <a:pt x="13811250" y="2688590"/>
                  </a:cubicBezTo>
                  <a:cubicBezTo>
                    <a:pt x="13811250" y="2688590"/>
                    <a:pt x="13820139" y="2692400"/>
                    <a:pt x="13825220" y="2694940"/>
                  </a:cubicBezTo>
                  <a:cubicBezTo>
                    <a:pt x="13830300" y="2696210"/>
                    <a:pt x="13839189" y="2700020"/>
                    <a:pt x="13839189" y="2700020"/>
                  </a:cubicBezTo>
                  <a:cubicBezTo>
                    <a:pt x="13839189" y="2700020"/>
                    <a:pt x="13848080" y="2706370"/>
                    <a:pt x="13851889" y="2708910"/>
                  </a:cubicBezTo>
                  <a:cubicBezTo>
                    <a:pt x="13855700" y="2712720"/>
                    <a:pt x="13864589" y="2717800"/>
                    <a:pt x="13864589" y="2717800"/>
                  </a:cubicBezTo>
                  <a:cubicBezTo>
                    <a:pt x="13864589" y="2717800"/>
                    <a:pt x="13870939" y="2725420"/>
                    <a:pt x="13874750" y="2730500"/>
                  </a:cubicBezTo>
                  <a:cubicBezTo>
                    <a:pt x="13877289" y="2734310"/>
                    <a:pt x="13884911" y="2741930"/>
                    <a:pt x="13884911" y="2741930"/>
                  </a:cubicBezTo>
                  <a:cubicBezTo>
                    <a:pt x="13884911" y="2741930"/>
                    <a:pt x="13891261" y="2754630"/>
                    <a:pt x="13891261" y="2754630"/>
                  </a:cubicBezTo>
                  <a:cubicBezTo>
                    <a:pt x="13891261" y="2755900"/>
                    <a:pt x="13891261" y="2755900"/>
                    <a:pt x="13891261" y="2755900"/>
                  </a:cubicBezTo>
                  <a:cubicBezTo>
                    <a:pt x="13893800" y="2757170"/>
                    <a:pt x="14511020" y="2764790"/>
                    <a:pt x="14564361" y="2769870"/>
                  </a:cubicBezTo>
                  <a:cubicBezTo>
                    <a:pt x="14571980" y="2771140"/>
                    <a:pt x="14573250" y="2771140"/>
                    <a:pt x="14577061" y="2772410"/>
                  </a:cubicBezTo>
                  <a:cubicBezTo>
                    <a:pt x="14580870" y="2772410"/>
                    <a:pt x="14585950" y="2772410"/>
                    <a:pt x="14589761" y="2773680"/>
                  </a:cubicBezTo>
                  <a:cubicBezTo>
                    <a:pt x="14591030" y="2773680"/>
                    <a:pt x="14593570" y="2774950"/>
                    <a:pt x="14594839" y="2774950"/>
                  </a:cubicBezTo>
                  <a:cubicBezTo>
                    <a:pt x="14597380" y="2776220"/>
                    <a:pt x="14598650" y="2776220"/>
                    <a:pt x="14601189" y="2776220"/>
                  </a:cubicBezTo>
                  <a:cubicBezTo>
                    <a:pt x="14603730" y="2777490"/>
                    <a:pt x="14608811" y="2781300"/>
                    <a:pt x="14611350" y="2782570"/>
                  </a:cubicBezTo>
                  <a:cubicBezTo>
                    <a:pt x="14615161" y="2785110"/>
                    <a:pt x="14620239" y="2786380"/>
                    <a:pt x="14622780" y="2787650"/>
                  </a:cubicBezTo>
                  <a:cubicBezTo>
                    <a:pt x="14625320" y="2788920"/>
                    <a:pt x="14626589" y="2790190"/>
                    <a:pt x="14627861" y="2791460"/>
                  </a:cubicBezTo>
                  <a:cubicBezTo>
                    <a:pt x="14629130" y="2792730"/>
                    <a:pt x="14631670" y="2792730"/>
                    <a:pt x="14632939" y="2795270"/>
                  </a:cubicBezTo>
                  <a:cubicBezTo>
                    <a:pt x="14635480" y="2796540"/>
                    <a:pt x="14639289" y="2801620"/>
                    <a:pt x="14641830" y="2804160"/>
                  </a:cubicBezTo>
                  <a:cubicBezTo>
                    <a:pt x="14644370" y="2806700"/>
                    <a:pt x="14649450" y="2809240"/>
                    <a:pt x="14650720" y="2811780"/>
                  </a:cubicBezTo>
                  <a:cubicBezTo>
                    <a:pt x="14651989" y="2814320"/>
                    <a:pt x="14653261" y="2815590"/>
                    <a:pt x="14654530" y="2818130"/>
                  </a:cubicBezTo>
                  <a:cubicBezTo>
                    <a:pt x="14655800" y="2819400"/>
                    <a:pt x="14657070" y="2820670"/>
                    <a:pt x="14658339" y="2821940"/>
                  </a:cubicBezTo>
                  <a:cubicBezTo>
                    <a:pt x="14659611" y="2824480"/>
                    <a:pt x="14660880" y="2829560"/>
                    <a:pt x="14663420" y="2833370"/>
                  </a:cubicBezTo>
                  <a:cubicBezTo>
                    <a:pt x="14664689" y="2837180"/>
                    <a:pt x="14668500" y="2840990"/>
                    <a:pt x="14669770" y="2844800"/>
                  </a:cubicBezTo>
                  <a:cubicBezTo>
                    <a:pt x="14669770" y="2846070"/>
                    <a:pt x="14669770" y="2848610"/>
                    <a:pt x="14671039" y="2849880"/>
                  </a:cubicBezTo>
                  <a:cubicBezTo>
                    <a:pt x="14671039" y="2852420"/>
                    <a:pt x="14672311" y="2853690"/>
                    <a:pt x="14673580" y="2856230"/>
                  </a:cubicBezTo>
                  <a:cubicBezTo>
                    <a:pt x="14673580" y="2858770"/>
                    <a:pt x="14673580" y="2863850"/>
                    <a:pt x="14673580" y="2868930"/>
                  </a:cubicBezTo>
                  <a:cubicBezTo>
                    <a:pt x="14674850" y="2872740"/>
                    <a:pt x="14676120" y="2876550"/>
                    <a:pt x="14676120" y="2880360"/>
                  </a:cubicBezTo>
                  <a:cubicBezTo>
                    <a:pt x="14676120" y="2882900"/>
                    <a:pt x="14676120" y="2884170"/>
                    <a:pt x="14676120" y="2886710"/>
                  </a:cubicBezTo>
                  <a:cubicBezTo>
                    <a:pt x="14676120" y="2889250"/>
                    <a:pt x="14676120" y="2890520"/>
                    <a:pt x="14676120" y="2893060"/>
                  </a:cubicBezTo>
                  <a:cubicBezTo>
                    <a:pt x="14676120" y="2895600"/>
                    <a:pt x="14673580" y="2900680"/>
                    <a:pt x="14673580" y="2904490"/>
                  </a:cubicBezTo>
                  <a:cubicBezTo>
                    <a:pt x="14672311" y="2909570"/>
                    <a:pt x="14672311" y="2913380"/>
                    <a:pt x="14672311" y="2917190"/>
                  </a:cubicBezTo>
                  <a:cubicBezTo>
                    <a:pt x="14671039" y="2919730"/>
                    <a:pt x="14669770" y="2921000"/>
                    <a:pt x="14668500" y="2922270"/>
                  </a:cubicBezTo>
                  <a:cubicBezTo>
                    <a:pt x="14668500" y="2924810"/>
                    <a:pt x="14668500" y="2926080"/>
                    <a:pt x="14667230" y="2928620"/>
                  </a:cubicBezTo>
                  <a:cubicBezTo>
                    <a:pt x="14665961" y="2932430"/>
                    <a:pt x="14663420" y="2936240"/>
                    <a:pt x="14660880" y="2938780"/>
                  </a:cubicBezTo>
                  <a:cubicBezTo>
                    <a:pt x="14658339" y="2942590"/>
                    <a:pt x="14657070" y="2947670"/>
                    <a:pt x="14655800" y="2950210"/>
                  </a:cubicBezTo>
                  <a:cubicBezTo>
                    <a:pt x="14654530" y="2952750"/>
                    <a:pt x="14651989" y="2952750"/>
                    <a:pt x="14650720" y="2955290"/>
                  </a:cubicBezTo>
                  <a:cubicBezTo>
                    <a:pt x="14649450" y="2956560"/>
                    <a:pt x="14649450" y="2957830"/>
                    <a:pt x="14648180" y="2960370"/>
                  </a:cubicBezTo>
                  <a:cubicBezTo>
                    <a:pt x="14645639" y="2962910"/>
                    <a:pt x="14640561" y="2965450"/>
                    <a:pt x="14638020" y="2967990"/>
                  </a:cubicBezTo>
                  <a:cubicBezTo>
                    <a:pt x="14635480" y="2970530"/>
                    <a:pt x="14631670" y="2974340"/>
                    <a:pt x="14629130" y="2976880"/>
                  </a:cubicBezTo>
                  <a:cubicBezTo>
                    <a:pt x="14627861" y="2978150"/>
                    <a:pt x="14625320" y="2978150"/>
                    <a:pt x="14624050" y="2979420"/>
                  </a:cubicBezTo>
                  <a:cubicBezTo>
                    <a:pt x="14621511" y="2980690"/>
                    <a:pt x="14621511" y="2981960"/>
                    <a:pt x="14618970" y="2983230"/>
                  </a:cubicBezTo>
                  <a:cubicBezTo>
                    <a:pt x="14616430" y="2984500"/>
                    <a:pt x="14611350" y="2985770"/>
                    <a:pt x="14607539" y="2988310"/>
                  </a:cubicBezTo>
                  <a:cubicBezTo>
                    <a:pt x="14603730" y="2989580"/>
                    <a:pt x="14599920" y="2992120"/>
                    <a:pt x="14596111" y="2993390"/>
                  </a:cubicBezTo>
                  <a:cubicBezTo>
                    <a:pt x="14593570" y="2993390"/>
                    <a:pt x="14592300" y="2993390"/>
                    <a:pt x="14589761" y="2994660"/>
                  </a:cubicBezTo>
                  <a:cubicBezTo>
                    <a:pt x="14588489" y="2994660"/>
                    <a:pt x="14587220" y="2995930"/>
                    <a:pt x="14584680" y="2995930"/>
                  </a:cubicBezTo>
                  <a:cubicBezTo>
                    <a:pt x="14580870" y="2997200"/>
                    <a:pt x="14575789" y="2995930"/>
                    <a:pt x="14571980" y="2997200"/>
                  </a:cubicBezTo>
                  <a:cubicBezTo>
                    <a:pt x="14568170" y="2997200"/>
                    <a:pt x="14559280" y="2998470"/>
                    <a:pt x="14559280" y="2998470"/>
                  </a:cubicBezTo>
                  <a:cubicBezTo>
                    <a:pt x="14559280" y="2998470"/>
                    <a:pt x="14041120" y="2987040"/>
                    <a:pt x="13865861" y="2983230"/>
                  </a:cubicBezTo>
                  <a:cubicBezTo>
                    <a:pt x="13759180" y="2980690"/>
                    <a:pt x="13681711" y="2970530"/>
                    <a:pt x="13609320" y="2978150"/>
                  </a:cubicBezTo>
                  <a:cubicBezTo>
                    <a:pt x="13555980" y="2983230"/>
                    <a:pt x="13506450" y="3003550"/>
                    <a:pt x="13470889" y="3009900"/>
                  </a:cubicBezTo>
                  <a:cubicBezTo>
                    <a:pt x="13450570" y="3013710"/>
                    <a:pt x="13441680" y="3006090"/>
                    <a:pt x="13421361" y="3014980"/>
                  </a:cubicBezTo>
                  <a:cubicBezTo>
                    <a:pt x="13379450" y="3031490"/>
                    <a:pt x="13327380" y="3093720"/>
                    <a:pt x="13252450" y="3143250"/>
                  </a:cubicBezTo>
                  <a:cubicBezTo>
                    <a:pt x="13121639" y="3232150"/>
                    <a:pt x="12891770" y="3376930"/>
                    <a:pt x="12687300" y="3477260"/>
                  </a:cubicBezTo>
                  <a:cubicBezTo>
                    <a:pt x="12461240" y="3589020"/>
                    <a:pt x="12065000" y="3729990"/>
                    <a:pt x="11946890" y="3771900"/>
                  </a:cubicBezTo>
                  <a:cubicBezTo>
                    <a:pt x="11911330" y="3785870"/>
                    <a:pt x="11901170" y="3780790"/>
                    <a:pt x="11875770" y="3796030"/>
                  </a:cubicBezTo>
                  <a:cubicBezTo>
                    <a:pt x="11833860" y="3821430"/>
                    <a:pt x="11797030" y="3888740"/>
                    <a:pt x="11732260" y="3935730"/>
                  </a:cubicBezTo>
                  <a:cubicBezTo>
                    <a:pt x="11637010" y="4008120"/>
                    <a:pt x="11479530" y="4098290"/>
                    <a:pt x="11336020" y="4156710"/>
                  </a:cubicBezTo>
                  <a:cubicBezTo>
                    <a:pt x="11182350" y="4218940"/>
                    <a:pt x="11015980" y="4267200"/>
                    <a:pt x="10835640" y="4293870"/>
                  </a:cubicBezTo>
                  <a:cubicBezTo>
                    <a:pt x="10629900" y="4324350"/>
                    <a:pt x="10349230" y="4314190"/>
                    <a:pt x="10163810" y="4310380"/>
                  </a:cubicBezTo>
                  <a:cubicBezTo>
                    <a:pt x="10034270" y="4306570"/>
                    <a:pt x="9935210" y="4281170"/>
                    <a:pt x="9831070" y="4287520"/>
                  </a:cubicBezTo>
                  <a:cubicBezTo>
                    <a:pt x="9739630" y="4291330"/>
                    <a:pt x="9683750" y="4318000"/>
                    <a:pt x="9571990" y="4331970"/>
                  </a:cubicBezTo>
                  <a:cubicBezTo>
                    <a:pt x="9376410" y="4354830"/>
                    <a:pt x="9029700" y="4381500"/>
                    <a:pt x="8750300" y="4389120"/>
                  </a:cubicBezTo>
                  <a:cubicBezTo>
                    <a:pt x="8462010" y="4396740"/>
                    <a:pt x="8122920" y="4378960"/>
                    <a:pt x="7867650" y="4371340"/>
                  </a:cubicBezTo>
                  <a:cubicBezTo>
                    <a:pt x="7672070" y="4364990"/>
                    <a:pt x="7493000" y="4333240"/>
                    <a:pt x="7346950" y="4349750"/>
                  </a:cubicBezTo>
                  <a:cubicBezTo>
                    <a:pt x="7239000" y="4362450"/>
                    <a:pt x="7156450" y="4403090"/>
                    <a:pt x="7067550" y="4427220"/>
                  </a:cubicBezTo>
                  <a:cubicBezTo>
                    <a:pt x="6987540" y="4450080"/>
                    <a:pt x="6904990" y="4476750"/>
                    <a:pt x="6837680" y="4493260"/>
                  </a:cubicBezTo>
                  <a:cubicBezTo>
                    <a:pt x="6785610" y="4507230"/>
                    <a:pt x="6722110" y="4519930"/>
                    <a:pt x="6699250" y="4525010"/>
                  </a:cubicBezTo>
                  <a:cubicBezTo>
                    <a:pt x="6691630" y="4526280"/>
                    <a:pt x="6689090" y="4526280"/>
                    <a:pt x="6685280" y="4526280"/>
                  </a:cubicBezTo>
                  <a:cubicBezTo>
                    <a:pt x="6680200" y="4527550"/>
                    <a:pt x="6670040" y="4528820"/>
                    <a:pt x="6670040" y="4528820"/>
                  </a:cubicBezTo>
                  <a:cubicBezTo>
                    <a:pt x="6670040" y="4528820"/>
                    <a:pt x="6659880" y="4527550"/>
                    <a:pt x="6654800" y="4527550"/>
                  </a:cubicBezTo>
                  <a:cubicBezTo>
                    <a:pt x="6650990" y="4526280"/>
                    <a:pt x="6640830" y="4526280"/>
                    <a:pt x="6640830" y="4526280"/>
                  </a:cubicBezTo>
                  <a:cubicBezTo>
                    <a:pt x="6640830" y="4526280"/>
                    <a:pt x="6630670" y="4522470"/>
                    <a:pt x="6626860" y="4521200"/>
                  </a:cubicBezTo>
                  <a:cubicBezTo>
                    <a:pt x="6621780" y="4519930"/>
                    <a:pt x="6612890" y="4516120"/>
                    <a:pt x="6612890" y="4516120"/>
                  </a:cubicBezTo>
                  <a:cubicBezTo>
                    <a:pt x="6612890" y="4516120"/>
                    <a:pt x="6604000" y="4511040"/>
                    <a:pt x="6600190" y="4507230"/>
                  </a:cubicBezTo>
                  <a:cubicBezTo>
                    <a:pt x="6596380" y="4504690"/>
                    <a:pt x="6587490" y="4499610"/>
                    <a:pt x="6587490" y="4499610"/>
                  </a:cubicBezTo>
                  <a:cubicBezTo>
                    <a:pt x="6587490" y="4499610"/>
                    <a:pt x="6581140" y="4491990"/>
                    <a:pt x="6577330" y="4489450"/>
                  </a:cubicBezTo>
                  <a:cubicBezTo>
                    <a:pt x="6574790" y="4485640"/>
                    <a:pt x="6567170" y="4478020"/>
                    <a:pt x="6567170" y="4478020"/>
                  </a:cubicBezTo>
                  <a:cubicBezTo>
                    <a:pt x="6567170" y="4478020"/>
                    <a:pt x="6563360" y="4469130"/>
                    <a:pt x="6560820" y="4465320"/>
                  </a:cubicBezTo>
                  <a:cubicBezTo>
                    <a:pt x="6558280" y="4460240"/>
                    <a:pt x="6553200" y="4452620"/>
                    <a:pt x="6553200" y="4452620"/>
                  </a:cubicBezTo>
                  <a:cubicBezTo>
                    <a:pt x="6553200" y="4451350"/>
                    <a:pt x="6550660" y="4442460"/>
                    <a:pt x="6549390" y="4437380"/>
                  </a:cubicBezTo>
                  <a:cubicBezTo>
                    <a:pt x="6548120" y="4434840"/>
                    <a:pt x="6550660" y="4431030"/>
                    <a:pt x="6546850" y="4429760"/>
                  </a:cubicBezTo>
                  <a:cubicBezTo>
                    <a:pt x="6520180" y="4414520"/>
                    <a:pt x="6196330" y="4530090"/>
                    <a:pt x="5958840" y="4591050"/>
                  </a:cubicBezTo>
                  <a:cubicBezTo>
                    <a:pt x="5596890" y="4682490"/>
                    <a:pt x="5005070" y="4850130"/>
                    <a:pt x="4584700" y="4912360"/>
                  </a:cubicBezTo>
                  <a:cubicBezTo>
                    <a:pt x="4236720" y="4961890"/>
                    <a:pt x="3952240" y="4969510"/>
                    <a:pt x="3618230" y="4969510"/>
                  </a:cubicBezTo>
                  <a:cubicBezTo>
                    <a:pt x="3257550" y="4968240"/>
                    <a:pt x="2818130" y="4958080"/>
                    <a:pt x="2495550" y="4897120"/>
                  </a:cubicBezTo>
                  <a:cubicBezTo>
                    <a:pt x="2241550" y="4848860"/>
                    <a:pt x="1988820" y="4754880"/>
                    <a:pt x="1831340" y="4685030"/>
                  </a:cubicBezTo>
                  <a:cubicBezTo>
                    <a:pt x="1738630" y="4644390"/>
                    <a:pt x="1670050" y="4547870"/>
                    <a:pt x="1621790" y="4563110"/>
                  </a:cubicBezTo>
                  <a:cubicBezTo>
                    <a:pt x="1577340" y="4578350"/>
                    <a:pt x="1570990" y="4679950"/>
                    <a:pt x="1541780" y="4742180"/>
                  </a:cubicBezTo>
                  <a:cubicBezTo>
                    <a:pt x="1508760" y="4813300"/>
                    <a:pt x="1447800" y="4940300"/>
                    <a:pt x="1432560" y="4968240"/>
                  </a:cubicBezTo>
                  <a:cubicBezTo>
                    <a:pt x="1428750" y="4974590"/>
                    <a:pt x="1427480" y="4975860"/>
                    <a:pt x="1424940" y="4980940"/>
                  </a:cubicBezTo>
                  <a:cubicBezTo>
                    <a:pt x="1422400" y="4984750"/>
                    <a:pt x="1418590" y="4992370"/>
                    <a:pt x="1417320" y="4992370"/>
                  </a:cubicBezTo>
                  <a:cubicBezTo>
                    <a:pt x="1417320" y="4992370"/>
                    <a:pt x="1410970" y="4998720"/>
                    <a:pt x="1408430" y="5002530"/>
                  </a:cubicBezTo>
                  <a:cubicBezTo>
                    <a:pt x="1404620" y="5006340"/>
                    <a:pt x="1398270" y="5012690"/>
                    <a:pt x="1398270" y="5012690"/>
                  </a:cubicBezTo>
                  <a:cubicBezTo>
                    <a:pt x="1398270" y="5012690"/>
                    <a:pt x="1389380" y="5017770"/>
                    <a:pt x="1385570" y="5020310"/>
                  </a:cubicBezTo>
                  <a:cubicBezTo>
                    <a:pt x="1381760" y="5022850"/>
                    <a:pt x="1374140" y="5027930"/>
                    <a:pt x="1374140" y="5027930"/>
                  </a:cubicBezTo>
                  <a:cubicBezTo>
                    <a:pt x="1372870" y="5027930"/>
                    <a:pt x="1363980" y="5030470"/>
                    <a:pt x="1360170" y="5031740"/>
                  </a:cubicBezTo>
                  <a:cubicBezTo>
                    <a:pt x="1355090" y="5033010"/>
                    <a:pt x="1346200" y="5035550"/>
                    <a:pt x="1346200" y="5035550"/>
                  </a:cubicBezTo>
                  <a:cubicBezTo>
                    <a:pt x="1346200" y="5036820"/>
                    <a:pt x="1337310" y="5036820"/>
                    <a:pt x="1332230" y="5036820"/>
                  </a:cubicBezTo>
                  <a:cubicBezTo>
                    <a:pt x="1327150" y="5036820"/>
                    <a:pt x="1318260" y="5038090"/>
                    <a:pt x="1318260" y="5038090"/>
                  </a:cubicBezTo>
                  <a:cubicBezTo>
                    <a:pt x="1318260" y="5038090"/>
                    <a:pt x="1308100" y="5036820"/>
                    <a:pt x="1304290" y="5035550"/>
                  </a:cubicBezTo>
                  <a:cubicBezTo>
                    <a:pt x="1299210" y="5034280"/>
                    <a:pt x="1290320" y="5033010"/>
                    <a:pt x="1290320" y="5033010"/>
                  </a:cubicBezTo>
                  <a:cubicBezTo>
                    <a:pt x="1290320" y="5033010"/>
                    <a:pt x="1281430" y="5029200"/>
                    <a:pt x="1277620" y="5026660"/>
                  </a:cubicBezTo>
                  <a:cubicBezTo>
                    <a:pt x="1272540" y="5025390"/>
                    <a:pt x="1263650" y="5021580"/>
                    <a:pt x="1263650" y="5021580"/>
                  </a:cubicBezTo>
                  <a:cubicBezTo>
                    <a:pt x="1263650" y="5021580"/>
                    <a:pt x="1256030" y="5015230"/>
                    <a:pt x="1252220" y="5012690"/>
                  </a:cubicBezTo>
                  <a:cubicBezTo>
                    <a:pt x="1249680" y="5010150"/>
                    <a:pt x="1242060" y="5003800"/>
                    <a:pt x="1242060" y="5003800"/>
                  </a:cubicBezTo>
                  <a:cubicBezTo>
                    <a:pt x="1242060" y="5003800"/>
                    <a:pt x="1235710" y="4996180"/>
                    <a:pt x="1233170" y="4992370"/>
                  </a:cubicBezTo>
                  <a:cubicBezTo>
                    <a:pt x="1229360" y="4988560"/>
                    <a:pt x="1224280" y="4982210"/>
                    <a:pt x="1224280" y="4982210"/>
                  </a:cubicBezTo>
                  <a:cubicBezTo>
                    <a:pt x="1224280" y="4980940"/>
                    <a:pt x="1220470" y="4973320"/>
                    <a:pt x="1217930" y="4968240"/>
                  </a:cubicBezTo>
                  <a:cubicBezTo>
                    <a:pt x="1216660" y="4964430"/>
                    <a:pt x="1211580" y="4955540"/>
                    <a:pt x="1211580" y="4955540"/>
                  </a:cubicBezTo>
                  <a:cubicBezTo>
                    <a:pt x="1211580" y="4955540"/>
                    <a:pt x="1210310" y="4946650"/>
                    <a:pt x="1209040" y="4941570"/>
                  </a:cubicBezTo>
                  <a:cubicBezTo>
                    <a:pt x="1209040" y="4937760"/>
                    <a:pt x="1206500" y="4927600"/>
                    <a:pt x="1206500" y="4927600"/>
                  </a:cubicBezTo>
                  <a:cubicBezTo>
                    <a:pt x="1206500" y="4927600"/>
                    <a:pt x="1207770" y="4918710"/>
                    <a:pt x="1207770" y="4913630"/>
                  </a:cubicBezTo>
                  <a:cubicBezTo>
                    <a:pt x="1207770" y="4908550"/>
                    <a:pt x="1209040" y="4899660"/>
                    <a:pt x="1209040" y="4899660"/>
                  </a:cubicBezTo>
                  <a:cubicBezTo>
                    <a:pt x="1209040" y="4899660"/>
                    <a:pt x="1211580" y="4890770"/>
                    <a:pt x="1212850" y="4885690"/>
                  </a:cubicBezTo>
                  <a:cubicBezTo>
                    <a:pt x="1214120" y="4881880"/>
                    <a:pt x="1216660" y="4872990"/>
                    <a:pt x="1216660" y="4871720"/>
                  </a:cubicBezTo>
                  <a:cubicBezTo>
                    <a:pt x="1216660" y="4871720"/>
                    <a:pt x="1264920" y="4751070"/>
                    <a:pt x="1261110" y="4748530"/>
                  </a:cubicBezTo>
                  <a:cubicBezTo>
                    <a:pt x="1257300" y="4747260"/>
                    <a:pt x="1211580" y="4826000"/>
                    <a:pt x="1211580" y="4826000"/>
                  </a:cubicBezTo>
                  <a:cubicBezTo>
                    <a:pt x="1211580" y="4826000"/>
                    <a:pt x="1206500" y="4833620"/>
                    <a:pt x="1203960" y="4837430"/>
                  </a:cubicBezTo>
                  <a:cubicBezTo>
                    <a:pt x="1201420" y="4841240"/>
                    <a:pt x="1196340" y="4848860"/>
                    <a:pt x="1195070" y="4848860"/>
                  </a:cubicBezTo>
                  <a:cubicBezTo>
                    <a:pt x="1195070" y="4850130"/>
                    <a:pt x="1188720" y="4856480"/>
                    <a:pt x="1184910" y="4859020"/>
                  </a:cubicBezTo>
                  <a:cubicBezTo>
                    <a:pt x="1181100" y="4862830"/>
                    <a:pt x="1174750" y="4869180"/>
                    <a:pt x="1174750" y="4869180"/>
                  </a:cubicBezTo>
                  <a:cubicBezTo>
                    <a:pt x="1174750" y="4869180"/>
                    <a:pt x="1165860" y="4872990"/>
                    <a:pt x="1162050" y="4875530"/>
                  </a:cubicBezTo>
                  <a:cubicBezTo>
                    <a:pt x="1158240" y="4878070"/>
                    <a:pt x="1149350" y="4883150"/>
                    <a:pt x="1149350" y="4883150"/>
                  </a:cubicBezTo>
                  <a:cubicBezTo>
                    <a:pt x="1149350" y="4883150"/>
                    <a:pt x="1140460" y="4885690"/>
                    <a:pt x="1135380" y="4885690"/>
                  </a:cubicBezTo>
                  <a:cubicBezTo>
                    <a:pt x="1131570" y="4886960"/>
                    <a:pt x="1122680" y="4889500"/>
                    <a:pt x="1121410" y="4889500"/>
                  </a:cubicBezTo>
                  <a:cubicBezTo>
                    <a:pt x="1121410" y="4889500"/>
                    <a:pt x="1112520" y="4890770"/>
                    <a:pt x="1107440" y="4890770"/>
                  </a:cubicBezTo>
                  <a:cubicBezTo>
                    <a:pt x="1102360" y="4890770"/>
                    <a:pt x="1093470" y="4890770"/>
                    <a:pt x="1093470" y="4890770"/>
                  </a:cubicBezTo>
                  <a:cubicBezTo>
                    <a:pt x="1093470" y="4890770"/>
                    <a:pt x="1084580" y="4888230"/>
                    <a:pt x="1079500" y="4886960"/>
                  </a:cubicBezTo>
                  <a:cubicBezTo>
                    <a:pt x="1074420" y="4886960"/>
                    <a:pt x="1065530" y="4884420"/>
                    <a:pt x="1065530" y="4884420"/>
                  </a:cubicBezTo>
                  <a:cubicBezTo>
                    <a:pt x="1065530" y="4884420"/>
                    <a:pt x="1056640" y="4880610"/>
                    <a:pt x="1052830" y="4878070"/>
                  </a:cubicBezTo>
                  <a:cubicBezTo>
                    <a:pt x="1047750" y="4875530"/>
                    <a:pt x="1040130" y="4871720"/>
                    <a:pt x="1040130" y="4871720"/>
                  </a:cubicBezTo>
                  <a:cubicBezTo>
                    <a:pt x="1040130" y="4871720"/>
                    <a:pt x="1032510" y="4865370"/>
                    <a:pt x="1028700" y="4862830"/>
                  </a:cubicBezTo>
                  <a:cubicBezTo>
                    <a:pt x="1024890" y="4859020"/>
                    <a:pt x="1018540" y="4852670"/>
                    <a:pt x="1018540" y="4852670"/>
                  </a:cubicBezTo>
                  <a:cubicBezTo>
                    <a:pt x="1017270" y="4852670"/>
                    <a:pt x="1012190" y="4845050"/>
                    <a:pt x="1009650" y="4841240"/>
                  </a:cubicBezTo>
                  <a:cubicBezTo>
                    <a:pt x="1007110" y="4837430"/>
                    <a:pt x="1000760" y="4829810"/>
                    <a:pt x="1000760" y="4829810"/>
                  </a:cubicBezTo>
                  <a:cubicBezTo>
                    <a:pt x="1000760" y="4829810"/>
                    <a:pt x="998220" y="4820920"/>
                    <a:pt x="995680" y="4815840"/>
                  </a:cubicBezTo>
                  <a:cubicBezTo>
                    <a:pt x="994410" y="4812030"/>
                    <a:pt x="990600" y="4803140"/>
                    <a:pt x="990600" y="4803140"/>
                  </a:cubicBezTo>
                  <a:cubicBezTo>
                    <a:pt x="990600" y="4803140"/>
                    <a:pt x="989330" y="4794250"/>
                    <a:pt x="988060" y="4789170"/>
                  </a:cubicBezTo>
                  <a:cubicBezTo>
                    <a:pt x="988060" y="4784090"/>
                    <a:pt x="986790" y="4775200"/>
                    <a:pt x="986790" y="4775200"/>
                  </a:cubicBezTo>
                  <a:cubicBezTo>
                    <a:pt x="986790" y="4775200"/>
                    <a:pt x="988060" y="4765040"/>
                    <a:pt x="988060" y="4761230"/>
                  </a:cubicBezTo>
                  <a:cubicBezTo>
                    <a:pt x="988060" y="4756150"/>
                    <a:pt x="989330" y="4745990"/>
                    <a:pt x="989330" y="4745990"/>
                  </a:cubicBezTo>
                  <a:cubicBezTo>
                    <a:pt x="989330" y="4745990"/>
                    <a:pt x="993140" y="4737100"/>
                    <a:pt x="994410" y="4733290"/>
                  </a:cubicBezTo>
                  <a:cubicBezTo>
                    <a:pt x="995680" y="4728210"/>
                    <a:pt x="999490" y="4719320"/>
                    <a:pt x="999490" y="4719320"/>
                  </a:cubicBezTo>
                  <a:cubicBezTo>
                    <a:pt x="999490" y="4719320"/>
                    <a:pt x="1073150" y="4583430"/>
                    <a:pt x="1070610" y="4580890"/>
                  </a:cubicBezTo>
                  <a:cubicBezTo>
                    <a:pt x="1070610" y="4580890"/>
                    <a:pt x="1060450" y="4582160"/>
                    <a:pt x="1055370" y="4583430"/>
                  </a:cubicBezTo>
                  <a:cubicBezTo>
                    <a:pt x="1050290" y="4583430"/>
                    <a:pt x="1041400" y="4584700"/>
                    <a:pt x="1041400" y="4584700"/>
                  </a:cubicBezTo>
                  <a:cubicBezTo>
                    <a:pt x="1041400" y="4584700"/>
                    <a:pt x="1031240" y="4583430"/>
                    <a:pt x="1026160" y="4582160"/>
                  </a:cubicBezTo>
                  <a:cubicBezTo>
                    <a:pt x="1021080" y="4582160"/>
                    <a:pt x="1012190" y="4580890"/>
                    <a:pt x="1012190" y="4580890"/>
                  </a:cubicBezTo>
                  <a:cubicBezTo>
                    <a:pt x="1012190" y="4580890"/>
                    <a:pt x="1003300" y="4577080"/>
                    <a:pt x="998220" y="4575810"/>
                  </a:cubicBezTo>
                  <a:cubicBezTo>
                    <a:pt x="993140" y="4573270"/>
                    <a:pt x="984250" y="4569460"/>
                    <a:pt x="984250" y="4569460"/>
                  </a:cubicBezTo>
                  <a:cubicBezTo>
                    <a:pt x="984250" y="4569460"/>
                    <a:pt x="976630" y="4564380"/>
                    <a:pt x="972820" y="4561840"/>
                  </a:cubicBezTo>
                  <a:cubicBezTo>
                    <a:pt x="969010" y="4558030"/>
                    <a:pt x="961390" y="4552950"/>
                    <a:pt x="960120" y="4552950"/>
                  </a:cubicBezTo>
                  <a:cubicBezTo>
                    <a:pt x="960120" y="4552950"/>
                    <a:pt x="953770" y="4545330"/>
                    <a:pt x="951230" y="4541520"/>
                  </a:cubicBezTo>
                  <a:cubicBezTo>
                    <a:pt x="947420" y="4537710"/>
                    <a:pt x="941070" y="4531360"/>
                    <a:pt x="941070" y="4531360"/>
                  </a:cubicBezTo>
                  <a:cubicBezTo>
                    <a:pt x="941070" y="4530090"/>
                    <a:pt x="937260" y="4522470"/>
                    <a:pt x="934720" y="4517390"/>
                  </a:cubicBezTo>
                  <a:cubicBezTo>
                    <a:pt x="932180" y="4513580"/>
                    <a:pt x="928370" y="4504690"/>
                    <a:pt x="928370" y="4504690"/>
                  </a:cubicBezTo>
                  <a:cubicBezTo>
                    <a:pt x="928370" y="4504690"/>
                    <a:pt x="925830" y="4494530"/>
                    <a:pt x="924560" y="4490720"/>
                  </a:cubicBezTo>
                  <a:cubicBezTo>
                    <a:pt x="923290" y="4485640"/>
                    <a:pt x="922020" y="4476750"/>
                    <a:pt x="922020" y="4475480"/>
                  </a:cubicBezTo>
                  <a:cubicBezTo>
                    <a:pt x="922020" y="4475480"/>
                    <a:pt x="922020" y="4466590"/>
                    <a:pt x="922020" y="4461510"/>
                  </a:cubicBezTo>
                  <a:cubicBezTo>
                    <a:pt x="922020" y="4456430"/>
                    <a:pt x="922020" y="4446270"/>
                    <a:pt x="922020" y="4446270"/>
                  </a:cubicBezTo>
                  <a:cubicBezTo>
                    <a:pt x="922020" y="4446270"/>
                    <a:pt x="924560" y="4437380"/>
                    <a:pt x="925830" y="4432300"/>
                  </a:cubicBezTo>
                  <a:cubicBezTo>
                    <a:pt x="927100" y="4427220"/>
                    <a:pt x="927100" y="4425950"/>
                    <a:pt x="929640" y="4418330"/>
                  </a:cubicBezTo>
                  <a:cubicBezTo>
                    <a:pt x="934720" y="4395470"/>
                    <a:pt x="947420" y="4318000"/>
                    <a:pt x="961390" y="4269740"/>
                  </a:cubicBezTo>
                  <a:cubicBezTo>
                    <a:pt x="976630" y="4221480"/>
                    <a:pt x="1023620" y="4156710"/>
                    <a:pt x="1017270" y="4127500"/>
                  </a:cubicBezTo>
                  <a:cubicBezTo>
                    <a:pt x="1013460" y="4109720"/>
                    <a:pt x="986790" y="4095750"/>
                    <a:pt x="982980" y="4093210"/>
                  </a:cubicBezTo>
                  <a:cubicBezTo>
                    <a:pt x="981710" y="4091940"/>
                    <a:pt x="981710" y="4091940"/>
                    <a:pt x="981710" y="4091940"/>
                  </a:cubicBezTo>
                  <a:cubicBezTo>
                    <a:pt x="979170" y="4090670"/>
                    <a:pt x="969010" y="4084320"/>
                    <a:pt x="969010" y="4083050"/>
                  </a:cubicBezTo>
                  <a:cubicBezTo>
                    <a:pt x="969010" y="4083050"/>
                    <a:pt x="962660" y="4076700"/>
                    <a:pt x="960120" y="4072890"/>
                  </a:cubicBezTo>
                  <a:cubicBezTo>
                    <a:pt x="956310" y="4069080"/>
                    <a:pt x="949960" y="4062730"/>
                    <a:pt x="949960" y="4062730"/>
                  </a:cubicBezTo>
                  <a:cubicBezTo>
                    <a:pt x="949960" y="4061460"/>
                    <a:pt x="949960" y="4061460"/>
                    <a:pt x="948690" y="4060190"/>
                  </a:cubicBezTo>
                  <a:cubicBezTo>
                    <a:pt x="938530" y="4046220"/>
                    <a:pt x="741680" y="3888740"/>
                    <a:pt x="670560" y="3788410"/>
                  </a:cubicBezTo>
                  <a:cubicBezTo>
                    <a:pt x="603250" y="3695700"/>
                    <a:pt x="574040" y="3503930"/>
                    <a:pt x="523240" y="3483610"/>
                  </a:cubicBezTo>
                  <a:cubicBezTo>
                    <a:pt x="499110" y="3474720"/>
                    <a:pt x="457200" y="3509010"/>
                    <a:pt x="449580" y="3514090"/>
                  </a:cubicBezTo>
                  <a:cubicBezTo>
                    <a:pt x="448310" y="3515360"/>
                    <a:pt x="447040" y="3517900"/>
                    <a:pt x="447040" y="3517900"/>
                  </a:cubicBezTo>
                  <a:cubicBezTo>
                    <a:pt x="447040" y="3517900"/>
                    <a:pt x="439420" y="3524250"/>
                    <a:pt x="435610" y="3528060"/>
                  </a:cubicBezTo>
                  <a:cubicBezTo>
                    <a:pt x="431800" y="3530600"/>
                    <a:pt x="425450" y="3536950"/>
                    <a:pt x="425450" y="3536950"/>
                  </a:cubicBezTo>
                  <a:cubicBezTo>
                    <a:pt x="424180" y="3536950"/>
                    <a:pt x="416560" y="3540760"/>
                    <a:pt x="411480" y="3543300"/>
                  </a:cubicBezTo>
                  <a:cubicBezTo>
                    <a:pt x="407670" y="3545840"/>
                    <a:pt x="398780" y="3549650"/>
                    <a:pt x="398780" y="3549650"/>
                  </a:cubicBezTo>
                  <a:cubicBezTo>
                    <a:pt x="398780" y="3549650"/>
                    <a:pt x="389890" y="3552190"/>
                    <a:pt x="384810" y="3553460"/>
                  </a:cubicBezTo>
                  <a:cubicBezTo>
                    <a:pt x="379730" y="3553460"/>
                    <a:pt x="370840" y="3556000"/>
                    <a:pt x="370840" y="3556000"/>
                  </a:cubicBezTo>
                  <a:cubicBezTo>
                    <a:pt x="370840" y="3556000"/>
                    <a:pt x="360680" y="3556000"/>
                    <a:pt x="356870" y="3556000"/>
                  </a:cubicBezTo>
                  <a:cubicBezTo>
                    <a:pt x="353060" y="3556000"/>
                    <a:pt x="353060" y="3554730"/>
                    <a:pt x="349250" y="3556000"/>
                  </a:cubicBezTo>
                  <a:cubicBezTo>
                    <a:pt x="328930" y="3559810"/>
                    <a:pt x="219710" y="3610610"/>
                    <a:pt x="187960" y="3622040"/>
                  </a:cubicBezTo>
                  <a:cubicBezTo>
                    <a:pt x="173990" y="3625850"/>
                    <a:pt x="168910" y="3628390"/>
                    <a:pt x="158750" y="3629660"/>
                  </a:cubicBezTo>
                  <a:cubicBezTo>
                    <a:pt x="148590" y="3630930"/>
                    <a:pt x="138430" y="3630930"/>
                    <a:pt x="128270" y="3629660"/>
                  </a:cubicBezTo>
                  <a:cubicBezTo>
                    <a:pt x="119380" y="3628390"/>
                    <a:pt x="109220" y="3627120"/>
                    <a:pt x="99060" y="3623310"/>
                  </a:cubicBezTo>
                  <a:cubicBezTo>
                    <a:pt x="90170" y="3619500"/>
                    <a:pt x="81280" y="3615690"/>
                    <a:pt x="72390" y="3610610"/>
                  </a:cubicBezTo>
                  <a:cubicBezTo>
                    <a:pt x="64770" y="3604260"/>
                    <a:pt x="57150" y="3597910"/>
                    <a:pt x="49530" y="3590290"/>
                  </a:cubicBezTo>
                  <a:cubicBezTo>
                    <a:pt x="43180" y="3583940"/>
                    <a:pt x="36830" y="3575050"/>
                    <a:pt x="31750" y="3566160"/>
                  </a:cubicBezTo>
                  <a:cubicBezTo>
                    <a:pt x="27940" y="3557270"/>
                    <a:pt x="24130" y="3548380"/>
                    <a:pt x="21590" y="3538220"/>
                  </a:cubicBezTo>
                  <a:cubicBezTo>
                    <a:pt x="17780" y="3529330"/>
                    <a:pt x="16510" y="3519170"/>
                    <a:pt x="16510" y="3509010"/>
                  </a:cubicBezTo>
                  <a:cubicBezTo>
                    <a:pt x="16510" y="3498850"/>
                    <a:pt x="17780" y="3488690"/>
                    <a:pt x="19050" y="3479800"/>
                  </a:cubicBezTo>
                  <a:cubicBezTo>
                    <a:pt x="21590" y="3469640"/>
                    <a:pt x="25400" y="3459480"/>
                    <a:pt x="29210" y="3450590"/>
                  </a:cubicBezTo>
                  <a:cubicBezTo>
                    <a:pt x="34290" y="3441700"/>
                    <a:pt x="39370" y="3432810"/>
                    <a:pt x="45720" y="3426460"/>
                  </a:cubicBezTo>
                  <a:cubicBezTo>
                    <a:pt x="52070" y="3418840"/>
                    <a:pt x="59690" y="3411220"/>
                    <a:pt x="68580" y="3404870"/>
                  </a:cubicBezTo>
                  <a:cubicBezTo>
                    <a:pt x="76200" y="3399790"/>
                    <a:pt x="82550" y="3397250"/>
                    <a:pt x="93980" y="3390900"/>
                  </a:cubicBezTo>
                  <a:cubicBezTo>
                    <a:pt x="120650" y="3378200"/>
                    <a:pt x="195580" y="3374390"/>
                    <a:pt x="224790" y="3338830"/>
                  </a:cubicBezTo>
                  <a:cubicBezTo>
                    <a:pt x="264160" y="3289300"/>
                    <a:pt x="242570" y="3185160"/>
                    <a:pt x="265430" y="3087370"/>
                  </a:cubicBezTo>
                  <a:cubicBezTo>
                    <a:pt x="300990" y="2943860"/>
                    <a:pt x="372110" y="2745740"/>
                    <a:pt x="434340" y="2564130"/>
                  </a:cubicBezTo>
                  <a:cubicBezTo>
                    <a:pt x="502920" y="2367280"/>
                    <a:pt x="725170" y="2044700"/>
                    <a:pt x="661670" y="1949450"/>
                  </a:cubicBezTo>
                  <a:cubicBezTo>
                    <a:pt x="610870" y="1873250"/>
                    <a:pt x="355600" y="1983740"/>
                    <a:pt x="243840" y="1932940"/>
                  </a:cubicBezTo>
                  <a:cubicBezTo>
                    <a:pt x="139700" y="1887220"/>
                    <a:pt x="0" y="1684020"/>
                    <a:pt x="0" y="1684020"/>
                  </a:cubicBezTo>
                  <a:moveTo>
                    <a:pt x="339090" y="1725930"/>
                  </a:moveTo>
                  <a:cubicBezTo>
                    <a:pt x="772160" y="1700530"/>
                    <a:pt x="782320" y="1653540"/>
                    <a:pt x="774700" y="1643380"/>
                  </a:cubicBezTo>
                  <a:cubicBezTo>
                    <a:pt x="767080" y="1633220"/>
                    <a:pt x="740410" y="1644650"/>
                    <a:pt x="709930" y="1648460"/>
                  </a:cubicBezTo>
                  <a:cubicBezTo>
                    <a:pt x="637540" y="1658620"/>
                    <a:pt x="339090" y="1725930"/>
                    <a:pt x="339090" y="1725930"/>
                  </a:cubicBezTo>
                  <a:moveTo>
                    <a:pt x="603250" y="2862580"/>
                  </a:moveTo>
                  <a:cubicBezTo>
                    <a:pt x="781050" y="2571750"/>
                    <a:pt x="781050" y="2571750"/>
                    <a:pt x="781050" y="2571750"/>
                  </a:cubicBezTo>
                  <a:cubicBezTo>
                    <a:pt x="779780" y="2570480"/>
                    <a:pt x="773430" y="2559050"/>
                    <a:pt x="773430" y="2559050"/>
                  </a:cubicBezTo>
                  <a:cubicBezTo>
                    <a:pt x="773430" y="2559050"/>
                    <a:pt x="772160" y="2548890"/>
                    <a:pt x="770890" y="2543810"/>
                  </a:cubicBezTo>
                  <a:cubicBezTo>
                    <a:pt x="769620" y="2540000"/>
                    <a:pt x="767080" y="2529840"/>
                    <a:pt x="767080" y="2529840"/>
                  </a:cubicBezTo>
                  <a:cubicBezTo>
                    <a:pt x="765810" y="2529840"/>
                    <a:pt x="703580" y="2600960"/>
                    <a:pt x="678180" y="2647950"/>
                  </a:cubicBezTo>
                  <a:cubicBezTo>
                    <a:pt x="646430" y="2707640"/>
                    <a:pt x="603250" y="2862580"/>
                    <a:pt x="603250" y="2862580"/>
                  </a:cubicBezTo>
                  <a:moveTo>
                    <a:pt x="703580" y="3145790"/>
                  </a:moveTo>
                  <a:cubicBezTo>
                    <a:pt x="925830" y="3021330"/>
                    <a:pt x="891540" y="2884170"/>
                    <a:pt x="866140" y="2879090"/>
                  </a:cubicBezTo>
                  <a:cubicBezTo>
                    <a:pt x="834390" y="2872740"/>
                    <a:pt x="703580" y="3145790"/>
                    <a:pt x="703580" y="3145790"/>
                  </a:cubicBezTo>
                  <a:moveTo>
                    <a:pt x="731520" y="3399790"/>
                  </a:moveTo>
                  <a:cubicBezTo>
                    <a:pt x="910590" y="3735070"/>
                    <a:pt x="970280" y="3802380"/>
                    <a:pt x="991870" y="3797300"/>
                  </a:cubicBezTo>
                  <a:cubicBezTo>
                    <a:pt x="1005840" y="3793490"/>
                    <a:pt x="1017270" y="3742690"/>
                    <a:pt x="1013460" y="3737610"/>
                  </a:cubicBezTo>
                  <a:cubicBezTo>
                    <a:pt x="1012190" y="3735070"/>
                    <a:pt x="1007110" y="3736340"/>
                    <a:pt x="1003300" y="3736340"/>
                  </a:cubicBezTo>
                  <a:cubicBezTo>
                    <a:pt x="998220" y="3736340"/>
                    <a:pt x="989330" y="3736340"/>
                    <a:pt x="989330" y="3736340"/>
                  </a:cubicBezTo>
                  <a:cubicBezTo>
                    <a:pt x="989330" y="3736340"/>
                    <a:pt x="980440" y="3732530"/>
                    <a:pt x="975360" y="3731260"/>
                  </a:cubicBezTo>
                  <a:cubicBezTo>
                    <a:pt x="971550" y="3729990"/>
                    <a:pt x="962660" y="3727450"/>
                    <a:pt x="962660" y="3727450"/>
                  </a:cubicBezTo>
                  <a:cubicBezTo>
                    <a:pt x="961390" y="3727450"/>
                    <a:pt x="953770" y="3722370"/>
                    <a:pt x="949960" y="3719830"/>
                  </a:cubicBezTo>
                  <a:cubicBezTo>
                    <a:pt x="946150" y="3717290"/>
                    <a:pt x="938530" y="3713480"/>
                    <a:pt x="938530" y="3713480"/>
                  </a:cubicBezTo>
                  <a:cubicBezTo>
                    <a:pt x="937260" y="3712210"/>
                    <a:pt x="930910" y="3705860"/>
                    <a:pt x="928370" y="3703320"/>
                  </a:cubicBezTo>
                  <a:cubicBezTo>
                    <a:pt x="924560" y="3699510"/>
                    <a:pt x="918210" y="3693160"/>
                    <a:pt x="918210" y="3693160"/>
                  </a:cubicBezTo>
                  <a:cubicBezTo>
                    <a:pt x="918210" y="3693160"/>
                    <a:pt x="913130" y="3685540"/>
                    <a:pt x="910590" y="3680460"/>
                  </a:cubicBezTo>
                  <a:cubicBezTo>
                    <a:pt x="908050" y="3676650"/>
                    <a:pt x="902970" y="3669030"/>
                    <a:pt x="902970" y="3669030"/>
                  </a:cubicBezTo>
                  <a:cubicBezTo>
                    <a:pt x="902970" y="3669030"/>
                    <a:pt x="900430" y="3660140"/>
                    <a:pt x="899160" y="3655060"/>
                  </a:cubicBezTo>
                  <a:cubicBezTo>
                    <a:pt x="897890" y="3651250"/>
                    <a:pt x="895350" y="3642360"/>
                    <a:pt x="895350" y="3642360"/>
                  </a:cubicBezTo>
                  <a:cubicBezTo>
                    <a:pt x="895350" y="3642360"/>
                    <a:pt x="894080" y="3632200"/>
                    <a:pt x="894080" y="3628390"/>
                  </a:cubicBezTo>
                  <a:cubicBezTo>
                    <a:pt x="894080" y="3623310"/>
                    <a:pt x="892810" y="3614420"/>
                    <a:pt x="892810" y="3614420"/>
                  </a:cubicBezTo>
                  <a:cubicBezTo>
                    <a:pt x="892810" y="3614420"/>
                    <a:pt x="895350" y="3604260"/>
                    <a:pt x="895350" y="3600450"/>
                  </a:cubicBezTo>
                  <a:cubicBezTo>
                    <a:pt x="896620" y="3595370"/>
                    <a:pt x="897890" y="3586480"/>
                    <a:pt x="897890" y="3586480"/>
                  </a:cubicBezTo>
                  <a:cubicBezTo>
                    <a:pt x="897890" y="3586480"/>
                    <a:pt x="909320" y="3569970"/>
                    <a:pt x="908050" y="3556000"/>
                  </a:cubicBezTo>
                  <a:cubicBezTo>
                    <a:pt x="906780" y="3528060"/>
                    <a:pt x="848360" y="3469640"/>
                    <a:pt x="850900" y="3429000"/>
                  </a:cubicBezTo>
                  <a:cubicBezTo>
                    <a:pt x="852170" y="3393440"/>
                    <a:pt x="918210" y="3337560"/>
                    <a:pt x="909320" y="3327400"/>
                  </a:cubicBezTo>
                  <a:cubicBezTo>
                    <a:pt x="896620" y="3313430"/>
                    <a:pt x="731520" y="3399790"/>
                    <a:pt x="731520" y="3399790"/>
                  </a:cubicBezTo>
                  <a:moveTo>
                    <a:pt x="839470" y="2128520"/>
                  </a:moveTo>
                  <a:cubicBezTo>
                    <a:pt x="922020" y="2049780"/>
                    <a:pt x="883920" y="2037080"/>
                    <a:pt x="869950" y="2043430"/>
                  </a:cubicBezTo>
                  <a:cubicBezTo>
                    <a:pt x="853440" y="2052320"/>
                    <a:pt x="839470" y="2128520"/>
                    <a:pt x="839470" y="2128520"/>
                  </a:cubicBezTo>
                  <a:moveTo>
                    <a:pt x="872490" y="2395220"/>
                  </a:moveTo>
                  <a:cubicBezTo>
                    <a:pt x="877570" y="2393950"/>
                    <a:pt x="890270" y="2392680"/>
                    <a:pt x="890270" y="2392680"/>
                  </a:cubicBezTo>
                  <a:cubicBezTo>
                    <a:pt x="890270" y="2392680"/>
                    <a:pt x="891540" y="2392680"/>
                    <a:pt x="892810" y="2391410"/>
                  </a:cubicBezTo>
                  <a:cubicBezTo>
                    <a:pt x="896620" y="2387600"/>
                    <a:pt x="911860" y="2364740"/>
                    <a:pt x="910590" y="2363470"/>
                  </a:cubicBezTo>
                  <a:cubicBezTo>
                    <a:pt x="909320" y="2360930"/>
                    <a:pt x="872490" y="2395220"/>
                    <a:pt x="872490" y="2395220"/>
                  </a:cubicBezTo>
                  <a:moveTo>
                    <a:pt x="1073150" y="2827020"/>
                  </a:moveTo>
                  <a:cubicBezTo>
                    <a:pt x="1126490" y="2943860"/>
                    <a:pt x="1178560" y="2701290"/>
                    <a:pt x="1192530" y="2656840"/>
                  </a:cubicBezTo>
                  <a:cubicBezTo>
                    <a:pt x="1196340" y="2644140"/>
                    <a:pt x="1205230" y="2637790"/>
                    <a:pt x="1201420" y="2632710"/>
                  </a:cubicBezTo>
                  <a:cubicBezTo>
                    <a:pt x="1193800" y="2623820"/>
                    <a:pt x="1137920" y="2617470"/>
                    <a:pt x="1117600" y="2633980"/>
                  </a:cubicBezTo>
                  <a:cubicBezTo>
                    <a:pt x="1085850" y="2659380"/>
                    <a:pt x="1073150" y="2827020"/>
                    <a:pt x="1073150" y="2827020"/>
                  </a:cubicBezTo>
                  <a:moveTo>
                    <a:pt x="1375410" y="1231900"/>
                  </a:moveTo>
                  <a:cubicBezTo>
                    <a:pt x="1511300" y="1253490"/>
                    <a:pt x="1582420" y="1271270"/>
                    <a:pt x="1606550" y="1259840"/>
                  </a:cubicBezTo>
                  <a:cubicBezTo>
                    <a:pt x="1617980" y="1253490"/>
                    <a:pt x="1628140" y="1238250"/>
                    <a:pt x="1624330" y="1230630"/>
                  </a:cubicBezTo>
                  <a:cubicBezTo>
                    <a:pt x="1614170" y="1211580"/>
                    <a:pt x="1393190" y="1203960"/>
                    <a:pt x="1375410" y="1219200"/>
                  </a:cubicBezTo>
                  <a:cubicBezTo>
                    <a:pt x="1371600" y="1221740"/>
                    <a:pt x="1375410" y="1231900"/>
                    <a:pt x="1375410" y="1231900"/>
                  </a:cubicBezTo>
                  <a:moveTo>
                    <a:pt x="1671320" y="3195320"/>
                  </a:moveTo>
                  <a:cubicBezTo>
                    <a:pt x="1685290" y="3172460"/>
                    <a:pt x="1682750" y="3171190"/>
                    <a:pt x="1682750" y="3171190"/>
                  </a:cubicBezTo>
                  <a:cubicBezTo>
                    <a:pt x="1678940" y="3172460"/>
                    <a:pt x="1671320" y="3195320"/>
                    <a:pt x="1671320" y="3195320"/>
                  </a:cubicBezTo>
                  <a:moveTo>
                    <a:pt x="1714500" y="4356100"/>
                  </a:moveTo>
                  <a:cubicBezTo>
                    <a:pt x="2098040" y="4552950"/>
                    <a:pt x="2360930" y="4641850"/>
                    <a:pt x="2562860" y="4678680"/>
                  </a:cubicBezTo>
                  <a:cubicBezTo>
                    <a:pt x="2747010" y="4711700"/>
                    <a:pt x="3084830" y="4729480"/>
                    <a:pt x="3101340" y="4710430"/>
                  </a:cubicBezTo>
                  <a:cubicBezTo>
                    <a:pt x="3103880" y="4707890"/>
                    <a:pt x="3100070" y="4701540"/>
                    <a:pt x="3100070" y="4701540"/>
                  </a:cubicBezTo>
                  <a:cubicBezTo>
                    <a:pt x="3100070" y="4700270"/>
                    <a:pt x="3100070" y="4691380"/>
                    <a:pt x="3101340" y="4686300"/>
                  </a:cubicBezTo>
                  <a:cubicBezTo>
                    <a:pt x="3101340" y="4681220"/>
                    <a:pt x="3102610" y="4672330"/>
                    <a:pt x="3102610" y="4671060"/>
                  </a:cubicBezTo>
                  <a:cubicBezTo>
                    <a:pt x="3102610" y="4671060"/>
                    <a:pt x="3105150" y="4662170"/>
                    <a:pt x="3106420" y="4657090"/>
                  </a:cubicBezTo>
                  <a:cubicBezTo>
                    <a:pt x="3107690" y="4653280"/>
                    <a:pt x="3111500" y="4643120"/>
                    <a:pt x="3111500" y="4643120"/>
                  </a:cubicBezTo>
                  <a:cubicBezTo>
                    <a:pt x="3111500" y="4641850"/>
                    <a:pt x="3307080" y="4215130"/>
                    <a:pt x="3327400" y="4174490"/>
                  </a:cubicBezTo>
                  <a:cubicBezTo>
                    <a:pt x="3329940" y="4168140"/>
                    <a:pt x="3333750" y="4166870"/>
                    <a:pt x="3332480" y="4164330"/>
                  </a:cubicBezTo>
                  <a:cubicBezTo>
                    <a:pt x="3331210" y="4161790"/>
                    <a:pt x="3324860" y="4164330"/>
                    <a:pt x="3317240" y="4163060"/>
                  </a:cubicBezTo>
                  <a:cubicBezTo>
                    <a:pt x="3299460" y="4161790"/>
                    <a:pt x="3243580" y="4145280"/>
                    <a:pt x="3223260" y="4154170"/>
                  </a:cubicBezTo>
                  <a:cubicBezTo>
                    <a:pt x="3211830" y="4159250"/>
                    <a:pt x="3211830" y="4170680"/>
                    <a:pt x="3200400" y="4183380"/>
                  </a:cubicBezTo>
                  <a:cubicBezTo>
                    <a:pt x="3175000" y="4210050"/>
                    <a:pt x="3070860" y="4298950"/>
                    <a:pt x="3070860" y="4298950"/>
                  </a:cubicBezTo>
                  <a:cubicBezTo>
                    <a:pt x="3070860" y="4298950"/>
                    <a:pt x="3065780" y="4306570"/>
                    <a:pt x="3063240" y="4310380"/>
                  </a:cubicBezTo>
                  <a:cubicBezTo>
                    <a:pt x="3060700" y="4315460"/>
                    <a:pt x="3056890" y="4323080"/>
                    <a:pt x="3056890" y="4323080"/>
                  </a:cubicBezTo>
                  <a:cubicBezTo>
                    <a:pt x="3056890" y="4323080"/>
                    <a:pt x="3050540" y="4329430"/>
                    <a:pt x="3046730" y="4333240"/>
                  </a:cubicBezTo>
                  <a:cubicBezTo>
                    <a:pt x="3042920" y="4337050"/>
                    <a:pt x="3036570" y="4343400"/>
                    <a:pt x="3036570" y="4343400"/>
                  </a:cubicBezTo>
                  <a:cubicBezTo>
                    <a:pt x="3036570" y="4343400"/>
                    <a:pt x="3028950" y="4348480"/>
                    <a:pt x="3025140" y="4351020"/>
                  </a:cubicBezTo>
                  <a:cubicBezTo>
                    <a:pt x="3021330" y="4353560"/>
                    <a:pt x="3013710" y="4358640"/>
                    <a:pt x="3012440" y="4358640"/>
                  </a:cubicBezTo>
                  <a:cubicBezTo>
                    <a:pt x="3012440" y="4358640"/>
                    <a:pt x="3003550" y="4361180"/>
                    <a:pt x="2999740" y="4362450"/>
                  </a:cubicBezTo>
                  <a:cubicBezTo>
                    <a:pt x="2994660" y="4363720"/>
                    <a:pt x="2987040" y="4366260"/>
                    <a:pt x="2985770" y="4366260"/>
                  </a:cubicBezTo>
                  <a:cubicBezTo>
                    <a:pt x="2985770" y="4367530"/>
                    <a:pt x="2976880" y="4367530"/>
                    <a:pt x="2971800" y="4367530"/>
                  </a:cubicBezTo>
                  <a:cubicBezTo>
                    <a:pt x="2967990" y="4368800"/>
                    <a:pt x="2957830" y="4368800"/>
                    <a:pt x="2957830" y="4368800"/>
                  </a:cubicBezTo>
                  <a:cubicBezTo>
                    <a:pt x="2957830" y="4368800"/>
                    <a:pt x="2948940" y="4367530"/>
                    <a:pt x="2943860" y="4366260"/>
                  </a:cubicBezTo>
                  <a:cubicBezTo>
                    <a:pt x="2940050" y="4366260"/>
                    <a:pt x="2931160" y="4363720"/>
                    <a:pt x="2929890" y="4363720"/>
                  </a:cubicBezTo>
                  <a:cubicBezTo>
                    <a:pt x="2929890" y="4363720"/>
                    <a:pt x="2922270" y="4359910"/>
                    <a:pt x="2917190" y="4358640"/>
                  </a:cubicBezTo>
                  <a:cubicBezTo>
                    <a:pt x="2913380" y="4356100"/>
                    <a:pt x="2904490" y="4353560"/>
                    <a:pt x="2904490" y="4353560"/>
                  </a:cubicBezTo>
                  <a:cubicBezTo>
                    <a:pt x="2904490" y="4352290"/>
                    <a:pt x="2896870" y="4347210"/>
                    <a:pt x="2893060" y="4344670"/>
                  </a:cubicBezTo>
                  <a:cubicBezTo>
                    <a:pt x="2889250" y="4342130"/>
                    <a:pt x="2882900" y="4335780"/>
                    <a:pt x="2881630" y="4335780"/>
                  </a:cubicBezTo>
                  <a:cubicBezTo>
                    <a:pt x="2881630" y="4335780"/>
                    <a:pt x="2876550" y="4328160"/>
                    <a:pt x="2874010" y="4324350"/>
                  </a:cubicBezTo>
                  <a:cubicBezTo>
                    <a:pt x="2870200" y="4321810"/>
                    <a:pt x="2865120" y="4314190"/>
                    <a:pt x="2865120" y="4314190"/>
                  </a:cubicBezTo>
                  <a:cubicBezTo>
                    <a:pt x="2863850" y="4314190"/>
                    <a:pt x="2860040" y="4305300"/>
                    <a:pt x="2858770" y="4301490"/>
                  </a:cubicBezTo>
                  <a:cubicBezTo>
                    <a:pt x="2856230" y="4296410"/>
                    <a:pt x="2852420" y="4288790"/>
                    <a:pt x="2852420" y="4288790"/>
                  </a:cubicBezTo>
                  <a:cubicBezTo>
                    <a:pt x="2852420" y="4288790"/>
                    <a:pt x="2851150" y="4278630"/>
                    <a:pt x="2849880" y="4274820"/>
                  </a:cubicBezTo>
                  <a:cubicBezTo>
                    <a:pt x="2848610" y="4269740"/>
                    <a:pt x="2847340" y="4260850"/>
                    <a:pt x="2847340" y="4260850"/>
                  </a:cubicBezTo>
                  <a:cubicBezTo>
                    <a:pt x="2847340" y="4260850"/>
                    <a:pt x="2847340" y="4251960"/>
                    <a:pt x="2847340" y="4246880"/>
                  </a:cubicBezTo>
                  <a:cubicBezTo>
                    <a:pt x="2848610" y="4241800"/>
                    <a:pt x="2848610" y="4232910"/>
                    <a:pt x="2848610" y="4232910"/>
                  </a:cubicBezTo>
                  <a:cubicBezTo>
                    <a:pt x="2848610" y="4232910"/>
                    <a:pt x="2851150" y="4224020"/>
                    <a:pt x="2852420" y="4218940"/>
                  </a:cubicBezTo>
                  <a:cubicBezTo>
                    <a:pt x="2853690" y="4215130"/>
                    <a:pt x="2854960" y="4212590"/>
                    <a:pt x="2856230" y="4206240"/>
                  </a:cubicBezTo>
                  <a:cubicBezTo>
                    <a:pt x="2862580" y="4189730"/>
                    <a:pt x="2901950" y="4138930"/>
                    <a:pt x="2887980" y="4117340"/>
                  </a:cubicBezTo>
                  <a:cubicBezTo>
                    <a:pt x="2865120" y="4079240"/>
                    <a:pt x="2675890" y="4095750"/>
                    <a:pt x="2579370" y="4085590"/>
                  </a:cubicBezTo>
                  <a:cubicBezTo>
                    <a:pt x="2494280" y="4075430"/>
                    <a:pt x="2393950" y="4030980"/>
                    <a:pt x="2338070" y="4056380"/>
                  </a:cubicBezTo>
                  <a:cubicBezTo>
                    <a:pt x="2292350" y="4077970"/>
                    <a:pt x="2282190" y="4144010"/>
                    <a:pt x="2247900" y="4187190"/>
                  </a:cubicBezTo>
                  <a:cubicBezTo>
                    <a:pt x="2211070" y="4232910"/>
                    <a:pt x="2119630" y="4320540"/>
                    <a:pt x="2118360" y="4320540"/>
                  </a:cubicBezTo>
                  <a:cubicBezTo>
                    <a:pt x="2118360" y="4320540"/>
                    <a:pt x="2113280" y="4329430"/>
                    <a:pt x="2110740" y="4333240"/>
                  </a:cubicBezTo>
                  <a:cubicBezTo>
                    <a:pt x="2108200" y="4337050"/>
                    <a:pt x="2103120" y="4344670"/>
                    <a:pt x="2103120" y="4345940"/>
                  </a:cubicBezTo>
                  <a:cubicBezTo>
                    <a:pt x="2103120" y="4345940"/>
                    <a:pt x="2096770" y="4352290"/>
                    <a:pt x="2092960" y="4354830"/>
                  </a:cubicBezTo>
                  <a:cubicBezTo>
                    <a:pt x="2089150" y="4358640"/>
                    <a:pt x="2082800" y="4364990"/>
                    <a:pt x="2082800" y="4364990"/>
                  </a:cubicBezTo>
                  <a:cubicBezTo>
                    <a:pt x="2082800" y="4366260"/>
                    <a:pt x="2073910" y="4370070"/>
                    <a:pt x="2070100" y="4372610"/>
                  </a:cubicBezTo>
                  <a:cubicBezTo>
                    <a:pt x="2065020" y="4375150"/>
                    <a:pt x="2057400" y="4380230"/>
                    <a:pt x="2057400" y="4380230"/>
                  </a:cubicBezTo>
                  <a:cubicBezTo>
                    <a:pt x="2057400" y="4380230"/>
                    <a:pt x="2048510" y="4382770"/>
                    <a:pt x="2043430" y="4384040"/>
                  </a:cubicBezTo>
                  <a:cubicBezTo>
                    <a:pt x="2038350" y="4385310"/>
                    <a:pt x="2029460" y="4387850"/>
                    <a:pt x="2029460" y="4387850"/>
                  </a:cubicBezTo>
                  <a:cubicBezTo>
                    <a:pt x="2029460" y="4387850"/>
                    <a:pt x="2019300" y="4389120"/>
                    <a:pt x="2014220" y="4389120"/>
                  </a:cubicBezTo>
                  <a:cubicBezTo>
                    <a:pt x="2010410" y="4389120"/>
                    <a:pt x="2000250" y="4389120"/>
                    <a:pt x="2000250" y="4389120"/>
                  </a:cubicBezTo>
                  <a:cubicBezTo>
                    <a:pt x="2000250" y="4389120"/>
                    <a:pt x="1990090" y="4387850"/>
                    <a:pt x="1986280" y="4386580"/>
                  </a:cubicBezTo>
                  <a:cubicBezTo>
                    <a:pt x="1981200" y="4385310"/>
                    <a:pt x="1972310" y="4384040"/>
                    <a:pt x="1972310" y="4384040"/>
                  </a:cubicBezTo>
                  <a:cubicBezTo>
                    <a:pt x="1972310" y="4384040"/>
                    <a:pt x="1972310" y="4384040"/>
                    <a:pt x="1971040" y="4384040"/>
                  </a:cubicBezTo>
                  <a:cubicBezTo>
                    <a:pt x="1971040" y="4384040"/>
                    <a:pt x="1963420" y="4378960"/>
                    <a:pt x="1958340" y="4377690"/>
                  </a:cubicBezTo>
                  <a:cubicBezTo>
                    <a:pt x="1954530" y="4375150"/>
                    <a:pt x="1945640" y="4371340"/>
                    <a:pt x="1945640" y="4371340"/>
                  </a:cubicBezTo>
                  <a:cubicBezTo>
                    <a:pt x="1945640" y="4371340"/>
                    <a:pt x="1938020" y="4364990"/>
                    <a:pt x="1934210" y="4362450"/>
                  </a:cubicBezTo>
                  <a:cubicBezTo>
                    <a:pt x="1930400" y="4358640"/>
                    <a:pt x="1922780" y="4353560"/>
                    <a:pt x="1922780" y="4352290"/>
                  </a:cubicBezTo>
                  <a:cubicBezTo>
                    <a:pt x="1922780" y="4352290"/>
                    <a:pt x="1916430" y="4344670"/>
                    <a:pt x="1913890" y="4340860"/>
                  </a:cubicBezTo>
                  <a:cubicBezTo>
                    <a:pt x="1911350" y="4337050"/>
                    <a:pt x="1905000" y="4329430"/>
                    <a:pt x="1905000" y="4329430"/>
                  </a:cubicBezTo>
                  <a:cubicBezTo>
                    <a:pt x="1905000" y="4329430"/>
                    <a:pt x="1901190" y="4320540"/>
                    <a:pt x="1899920" y="4316730"/>
                  </a:cubicBezTo>
                  <a:cubicBezTo>
                    <a:pt x="1897380" y="4311650"/>
                    <a:pt x="1893570" y="4302760"/>
                    <a:pt x="1893570" y="4302760"/>
                  </a:cubicBezTo>
                  <a:cubicBezTo>
                    <a:pt x="1893570" y="4302760"/>
                    <a:pt x="1892300" y="4293870"/>
                    <a:pt x="1891030" y="4288790"/>
                  </a:cubicBezTo>
                  <a:cubicBezTo>
                    <a:pt x="1891030" y="4283710"/>
                    <a:pt x="1888490" y="4274820"/>
                    <a:pt x="1888490" y="4274820"/>
                  </a:cubicBezTo>
                  <a:cubicBezTo>
                    <a:pt x="1888490" y="4273550"/>
                    <a:pt x="1889760" y="4264660"/>
                    <a:pt x="1889760" y="4259580"/>
                  </a:cubicBezTo>
                  <a:cubicBezTo>
                    <a:pt x="1891030" y="4254500"/>
                    <a:pt x="1891030" y="4245610"/>
                    <a:pt x="1891030" y="4245610"/>
                  </a:cubicBezTo>
                  <a:cubicBezTo>
                    <a:pt x="1891030" y="4245610"/>
                    <a:pt x="1894840" y="4235450"/>
                    <a:pt x="1896110" y="4231640"/>
                  </a:cubicBezTo>
                  <a:cubicBezTo>
                    <a:pt x="1897380" y="4226560"/>
                    <a:pt x="1898650" y="4224020"/>
                    <a:pt x="1901190" y="4217670"/>
                  </a:cubicBezTo>
                  <a:cubicBezTo>
                    <a:pt x="1907540" y="4198620"/>
                    <a:pt x="1930400" y="4141470"/>
                    <a:pt x="1945640" y="4104640"/>
                  </a:cubicBezTo>
                  <a:cubicBezTo>
                    <a:pt x="1960880" y="4070350"/>
                    <a:pt x="2002790" y="4025900"/>
                    <a:pt x="1992630" y="4005580"/>
                  </a:cubicBezTo>
                  <a:cubicBezTo>
                    <a:pt x="1982470" y="3985260"/>
                    <a:pt x="1916430" y="3966210"/>
                    <a:pt x="1884680" y="3982720"/>
                  </a:cubicBezTo>
                  <a:cubicBezTo>
                    <a:pt x="1830070" y="4009390"/>
                    <a:pt x="1784350" y="4201160"/>
                    <a:pt x="1752600" y="4268470"/>
                  </a:cubicBezTo>
                  <a:cubicBezTo>
                    <a:pt x="1736090" y="4306570"/>
                    <a:pt x="1714500" y="4356100"/>
                    <a:pt x="1714500" y="4356100"/>
                  </a:cubicBezTo>
                  <a:moveTo>
                    <a:pt x="1771650" y="2974340"/>
                  </a:moveTo>
                  <a:cubicBezTo>
                    <a:pt x="1808480" y="2980690"/>
                    <a:pt x="1827530" y="2945130"/>
                    <a:pt x="1824990" y="2941320"/>
                  </a:cubicBezTo>
                  <a:cubicBezTo>
                    <a:pt x="1821180" y="2937510"/>
                    <a:pt x="1785620" y="2954020"/>
                    <a:pt x="1778000" y="2961640"/>
                  </a:cubicBezTo>
                  <a:cubicBezTo>
                    <a:pt x="1772920" y="2965450"/>
                    <a:pt x="1771650" y="2974340"/>
                    <a:pt x="1771650" y="2974340"/>
                  </a:cubicBezTo>
                  <a:moveTo>
                    <a:pt x="1982470" y="3770630"/>
                  </a:moveTo>
                  <a:cubicBezTo>
                    <a:pt x="2092960" y="3793490"/>
                    <a:pt x="2092960" y="3792220"/>
                    <a:pt x="2092960" y="3790950"/>
                  </a:cubicBezTo>
                  <a:cubicBezTo>
                    <a:pt x="2094230" y="3788410"/>
                    <a:pt x="2100580" y="3783330"/>
                    <a:pt x="2098040" y="3780790"/>
                  </a:cubicBezTo>
                  <a:cubicBezTo>
                    <a:pt x="2092960" y="3770630"/>
                    <a:pt x="1993900" y="3760470"/>
                    <a:pt x="1983740" y="3765550"/>
                  </a:cubicBezTo>
                  <a:cubicBezTo>
                    <a:pt x="1982470" y="3766820"/>
                    <a:pt x="1982470" y="3770630"/>
                    <a:pt x="1982470" y="3770630"/>
                  </a:cubicBezTo>
                  <a:moveTo>
                    <a:pt x="2081530" y="3553460"/>
                  </a:moveTo>
                  <a:cubicBezTo>
                    <a:pt x="2258060" y="3533140"/>
                    <a:pt x="2362200" y="3260090"/>
                    <a:pt x="2346960" y="3241040"/>
                  </a:cubicBezTo>
                  <a:cubicBezTo>
                    <a:pt x="2343150" y="3234690"/>
                    <a:pt x="2330450" y="3244850"/>
                    <a:pt x="2317750" y="3246120"/>
                  </a:cubicBezTo>
                  <a:cubicBezTo>
                    <a:pt x="2297430" y="3247390"/>
                    <a:pt x="2255520" y="3235960"/>
                    <a:pt x="2235200" y="3247390"/>
                  </a:cubicBezTo>
                  <a:cubicBezTo>
                    <a:pt x="2217420" y="3257550"/>
                    <a:pt x="2211070" y="3281680"/>
                    <a:pt x="2198370" y="3303270"/>
                  </a:cubicBezTo>
                  <a:cubicBezTo>
                    <a:pt x="2183130" y="3329940"/>
                    <a:pt x="2170430" y="3362960"/>
                    <a:pt x="2152650" y="3398520"/>
                  </a:cubicBezTo>
                  <a:cubicBezTo>
                    <a:pt x="2132330" y="3442970"/>
                    <a:pt x="2081530" y="3553460"/>
                    <a:pt x="2081530" y="3553460"/>
                  </a:cubicBezTo>
                  <a:moveTo>
                    <a:pt x="2485390" y="3844290"/>
                  </a:moveTo>
                  <a:cubicBezTo>
                    <a:pt x="2692400" y="3867150"/>
                    <a:pt x="2932430" y="3919220"/>
                    <a:pt x="2969260" y="3896360"/>
                  </a:cubicBezTo>
                  <a:cubicBezTo>
                    <a:pt x="2979420" y="3890010"/>
                    <a:pt x="2984500" y="3874770"/>
                    <a:pt x="2979420" y="3867150"/>
                  </a:cubicBezTo>
                  <a:cubicBezTo>
                    <a:pt x="2965450" y="3846830"/>
                    <a:pt x="2806700" y="3870960"/>
                    <a:pt x="2724150" y="3864610"/>
                  </a:cubicBezTo>
                  <a:cubicBezTo>
                    <a:pt x="2644140" y="3859530"/>
                    <a:pt x="2514600" y="3823970"/>
                    <a:pt x="2491740" y="3834130"/>
                  </a:cubicBezTo>
                  <a:cubicBezTo>
                    <a:pt x="2486660" y="3835400"/>
                    <a:pt x="2485390" y="3844290"/>
                    <a:pt x="2485390" y="3844290"/>
                  </a:cubicBezTo>
                  <a:moveTo>
                    <a:pt x="2541270" y="2773680"/>
                  </a:moveTo>
                  <a:cubicBezTo>
                    <a:pt x="2562860" y="2814320"/>
                    <a:pt x="2595880" y="2748280"/>
                    <a:pt x="2589530" y="2740660"/>
                  </a:cubicBezTo>
                  <a:cubicBezTo>
                    <a:pt x="2586990" y="2735580"/>
                    <a:pt x="2569210" y="2738120"/>
                    <a:pt x="2561590" y="2741930"/>
                  </a:cubicBezTo>
                  <a:cubicBezTo>
                    <a:pt x="2552700" y="2748280"/>
                    <a:pt x="2541270" y="2773680"/>
                    <a:pt x="2541270" y="2773680"/>
                  </a:cubicBezTo>
                  <a:moveTo>
                    <a:pt x="2633980" y="3620770"/>
                  </a:moveTo>
                  <a:cubicBezTo>
                    <a:pt x="2834640" y="3639820"/>
                    <a:pt x="3016250" y="3676650"/>
                    <a:pt x="3075940" y="3638550"/>
                  </a:cubicBezTo>
                  <a:cubicBezTo>
                    <a:pt x="3114040" y="3613150"/>
                    <a:pt x="3140710" y="3533140"/>
                    <a:pt x="3130550" y="3511550"/>
                  </a:cubicBezTo>
                  <a:cubicBezTo>
                    <a:pt x="3122930" y="3497580"/>
                    <a:pt x="3096260" y="3509010"/>
                    <a:pt x="3069590" y="3498850"/>
                  </a:cubicBezTo>
                  <a:cubicBezTo>
                    <a:pt x="3011170" y="3477260"/>
                    <a:pt x="2876550" y="3338830"/>
                    <a:pt x="2804160" y="3357880"/>
                  </a:cubicBezTo>
                  <a:cubicBezTo>
                    <a:pt x="2730500" y="3376930"/>
                    <a:pt x="2633980" y="3620770"/>
                    <a:pt x="2633980" y="3620770"/>
                  </a:cubicBezTo>
                  <a:moveTo>
                    <a:pt x="2708910" y="1134110"/>
                  </a:moveTo>
                  <a:cubicBezTo>
                    <a:pt x="2757170" y="1136650"/>
                    <a:pt x="2785110" y="1129030"/>
                    <a:pt x="2785110" y="1127760"/>
                  </a:cubicBezTo>
                  <a:cubicBezTo>
                    <a:pt x="2785110" y="1126490"/>
                    <a:pt x="2763520" y="1129030"/>
                    <a:pt x="2750820" y="1130300"/>
                  </a:cubicBezTo>
                  <a:cubicBezTo>
                    <a:pt x="2738120" y="1131570"/>
                    <a:pt x="2708910" y="1134110"/>
                    <a:pt x="2708910" y="1134110"/>
                  </a:cubicBezTo>
                  <a:moveTo>
                    <a:pt x="2758440" y="2932430"/>
                  </a:moveTo>
                  <a:cubicBezTo>
                    <a:pt x="2844800" y="2899410"/>
                    <a:pt x="2952750" y="2741930"/>
                    <a:pt x="2940050" y="2719070"/>
                  </a:cubicBezTo>
                  <a:cubicBezTo>
                    <a:pt x="2932430" y="2706370"/>
                    <a:pt x="2885440" y="2707640"/>
                    <a:pt x="2862580" y="2722880"/>
                  </a:cubicBezTo>
                  <a:cubicBezTo>
                    <a:pt x="2820670" y="2749550"/>
                    <a:pt x="2758440" y="2932430"/>
                    <a:pt x="2758440" y="2932430"/>
                  </a:cubicBezTo>
                  <a:moveTo>
                    <a:pt x="2928620" y="3166110"/>
                  </a:moveTo>
                  <a:cubicBezTo>
                    <a:pt x="3196590" y="3298190"/>
                    <a:pt x="3208020" y="3307080"/>
                    <a:pt x="3221990" y="3299460"/>
                  </a:cubicBezTo>
                  <a:cubicBezTo>
                    <a:pt x="3246120" y="3286760"/>
                    <a:pt x="3260090" y="3210560"/>
                    <a:pt x="3280410" y="3164840"/>
                  </a:cubicBezTo>
                  <a:cubicBezTo>
                    <a:pt x="3300730" y="3119120"/>
                    <a:pt x="3357880" y="3046730"/>
                    <a:pt x="3341370" y="3026410"/>
                  </a:cubicBezTo>
                  <a:cubicBezTo>
                    <a:pt x="3313430" y="2994660"/>
                    <a:pt x="2999740" y="3124200"/>
                    <a:pt x="2961640" y="3131820"/>
                  </a:cubicBezTo>
                  <a:cubicBezTo>
                    <a:pt x="2955290" y="3134360"/>
                    <a:pt x="2954020" y="3131820"/>
                    <a:pt x="2948940" y="3134360"/>
                  </a:cubicBezTo>
                  <a:cubicBezTo>
                    <a:pt x="2942590" y="3139440"/>
                    <a:pt x="2928620" y="3166110"/>
                    <a:pt x="2928620" y="3166110"/>
                  </a:cubicBezTo>
                  <a:moveTo>
                    <a:pt x="2985770" y="2468880"/>
                  </a:moveTo>
                  <a:cubicBezTo>
                    <a:pt x="3096260" y="2477770"/>
                    <a:pt x="3097530" y="2480310"/>
                    <a:pt x="3101340" y="2477770"/>
                  </a:cubicBezTo>
                  <a:cubicBezTo>
                    <a:pt x="3112770" y="2471420"/>
                    <a:pt x="3155950" y="2411730"/>
                    <a:pt x="3150870" y="2405380"/>
                  </a:cubicBezTo>
                  <a:cubicBezTo>
                    <a:pt x="3145790" y="2400300"/>
                    <a:pt x="3117850" y="2415540"/>
                    <a:pt x="3097530" y="2423160"/>
                  </a:cubicBezTo>
                  <a:cubicBezTo>
                    <a:pt x="3067050" y="2434590"/>
                    <a:pt x="2993390" y="2459990"/>
                    <a:pt x="2987040" y="2466340"/>
                  </a:cubicBezTo>
                  <a:cubicBezTo>
                    <a:pt x="2985770" y="2467610"/>
                    <a:pt x="2985770" y="2468880"/>
                    <a:pt x="2985770" y="2468880"/>
                  </a:cubicBezTo>
                  <a:moveTo>
                    <a:pt x="3140710" y="2839720"/>
                  </a:moveTo>
                  <a:cubicBezTo>
                    <a:pt x="3429000" y="2741930"/>
                    <a:pt x="3260090" y="2706370"/>
                    <a:pt x="3216910" y="2725420"/>
                  </a:cubicBezTo>
                  <a:cubicBezTo>
                    <a:pt x="3187700" y="2738120"/>
                    <a:pt x="3180080" y="2780030"/>
                    <a:pt x="3166110" y="2801620"/>
                  </a:cubicBezTo>
                  <a:cubicBezTo>
                    <a:pt x="3155950" y="2816860"/>
                    <a:pt x="3140710" y="2839720"/>
                    <a:pt x="3140710" y="2839720"/>
                  </a:cubicBezTo>
                  <a:moveTo>
                    <a:pt x="3338830" y="3625850"/>
                  </a:moveTo>
                  <a:cubicBezTo>
                    <a:pt x="3366770" y="3590290"/>
                    <a:pt x="3384550" y="3571240"/>
                    <a:pt x="3382010" y="3566160"/>
                  </a:cubicBezTo>
                  <a:cubicBezTo>
                    <a:pt x="3380740" y="3562350"/>
                    <a:pt x="3371850" y="3559810"/>
                    <a:pt x="3366770" y="3562350"/>
                  </a:cubicBezTo>
                  <a:cubicBezTo>
                    <a:pt x="3355340" y="3567430"/>
                    <a:pt x="3338830" y="3625850"/>
                    <a:pt x="3338830" y="3625850"/>
                  </a:cubicBezTo>
                  <a:moveTo>
                    <a:pt x="3362960" y="4725670"/>
                  </a:moveTo>
                  <a:cubicBezTo>
                    <a:pt x="3849370" y="4740910"/>
                    <a:pt x="4232910" y="4733290"/>
                    <a:pt x="4570730" y="4683760"/>
                  </a:cubicBezTo>
                  <a:cubicBezTo>
                    <a:pt x="4978400" y="4624070"/>
                    <a:pt x="5643880" y="4434840"/>
                    <a:pt x="5905500" y="4367530"/>
                  </a:cubicBezTo>
                  <a:cubicBezTo>
                    <a:pt x="6015990" y="4339590"/>
                    <a:pt x="6140450" y="4319270"/>
                    <a:pt x="6139180" y="4304030"/>
                  </a:cubicBezTo>
                  <a:cubicBezTo>
                    <a:pt x="6136640" y="4277360"/>
                    <a:pt x="5692140" y="4283710"/>
                    <a:pt x="5458460" y="4273550"/>
                  </a:cubicBezTo>
                  <a:cubicBezTo>
                    <a:pt x="5205730" y="4262120"/>
                    <a:pt x="4936490" y="4249420"/>
                    <a:pt x="4676140" y="4236720"/>
                  </a:cubicBezTo>
                  <a:cubicBezTo>
                    <a:pt x="4417060" y="4224020"/>
                    <a:pt x="4088130" y="4208780"/>
                    <a:pt x="3901440" y="4198620"/>
                  </a:cubicBezTo>
                  <a:cubicBezTo>
                    <a:pt x="3793490" y="4193540"/>
                    <a:pt x="3717290" y="4146550"/>
                    <a:pt x="3648710" y="4183380"/>
                  </a:cubicBezTo>
                  <a:cubicBezTo>
                    <a:pt x="3566160" y="4227830"/>
                    <a:pt x="3517900" y="4404360"/>
                    <a:pt x="3468370" y="4500880"/>
                  </a:cubicBezTo>
                  <a:cubicBezTo>
                    <a:pt x="3427730" y="4579620"/>
                    <a:pt x="3383280" y="4702810"/>
                    <a:pt x="3369310" y="4720590"/>
                  </a:cubicBezTo>
                  <a:cubicBezTo>
                    <a:pt x="3365500" y="4724400"/>
                    <a:pt x="3362960" y="4725670"/>
                    <a:pt x="3362960" y="4725670"/>
                  </a:cubicBezTo>
                  <a:moveTo>
                    <a:pt x="3394710" y="3939540"/>
                  </a:moveTo>
                  <a:cubicBezTo>
                    <a:pt x="3464560" y="3931920"/>
                    <a:pt x="3489960" y="3882390"/>
                    <a:pt x="3483610" y="3873500"/>
                  </a:cubicBezTo>
                  <a:cubicBezTo>
                    <a:pt x="3479800" y="3867150"/>
                    <a:pt x="3459480" y="3867150"/>
                    <a:pt x="3448050" y="3872230"/>
                  </a:cubicBezTo>
                  <a:cubicBezTo>
                    <a:pt x="3429000" y="3881120"/>
                    <a:pt x="3394710" y="3939540"/>
                    <a:pt x="3394710" y="3939540"/>
                  </a:cubicBezTo>
                  <a:moveTo>
                    <a:pt x="3408680" y="2439670"/>
                  </a:moveTo>
                  <a:cubicBezTo>
                    <a:pt x="3685540" y="2241550"/>
                    <a:pt x="3686810" y="2240280"/>
                    <a:pt x="3685540" y="2239010"/>
                  </a:cubicBezTo>
                  <a:cubicBezTo>
                    <a:pt x="3683000" y="2235200"/>
                    <a:pt x="3663950" y="2235200"/>
                    <a:pt x="3648710" y="2237740"/>
                  </a:cubicBezTo>
                  <a:cubicBezTo>
                    <a:pt x="3616960" y="2242820"/>
                    <a:pt x="3552190" y="2254250"/>
                    <a:pt x="3514090" y="2283460"/>
                  </a:cubicBezTo>
                  <a:cubicBezTo>
                    <a:pt x="3469640" y="2316480"/>
                    <a:pt x="3408680" y="2439670"/>
                    <a:pt x="3408680" y="2439670"/>
                  </a:cubicBezTo>
                  <a:moveTo>
                    <a:pt x="3505200" y="3243580"/>
                  </a:moveTo>
                  <a:cubicBezTo>
                    <a:pt x="3727450" y="3094990"/>
                    <a:pt x="3873500" y="2898140"/>
                    <a:pt x="3853180" y="2871470"/>
                  </a:cubicBezTo>
                  <a:cubicBezTo>
                    <a:pt x="3836670" y="2849880"/>
                    <a:pt x="3695700" y="2890520"/>
                    <a:pt x="3641090" y="2940050"/>
                  </a:cubicBezTo>
                  <a:cubicBezTo>
                    <a:pt x="3572510" y="3001010"/>
                    <a:pt x="3505200" y="3243580"/>
                    <a:pt x="3505200" y="3243580"/>
                  </a:cubicBezTo>
                  <a:moveTo>
                    <a:pt x="3773170" y="3962400"/>
                  </a:moveTo>
                  <a:cubicBezTo>
                    <a:pt x="4065270" y="3978910"/>
                    <a:pt x="4428490" y="3995420"/>
                    <a:pt x="4687570" y="4008120"/>
                  </a:cubicBezTo>
                  <a:cubicBezTo>
                    <a:pt x="4946650" y="4019550"/>
                    <a:pt x="5210810" y="4032250"/>
                    <a:pt x="5468620" y="4043680"/>
                  </a:cubicBezTo>
                  <a:cubicBezTo>
                    <a:pt x="5718810" y="4055110"/>
                    <a:pt x="5971540" y="4067810"/>
                    <a:pt x="6211570" y="4077970"/>
                  </a:cubicBezTo>
                  <a:cubicBezTo>
                    <a:pt x="6435090" y="4086860"/>
                    <a:pt x="6652260" y="4149090"/>
                    <a:pt x="6859270" y="4100830"/>
                  </a:cubicBezTo>
                  <a:cubicBezTo>
                    <a:pt x="7073900" y="4052570"/>
                    <a:pt x="7374890" y="3827780"/>
                    <a:pt x="7473950" y="3775710"/>
                  </a:cubicBezTo>
                  <a:cubicBezTo>
                    <a:pt x="7504430" y="3760470"/>
                    <a:pt x="7536180" y="3756660"/>
                    <a:pt x="7534910" y="3745230"/>
                  </a:cubicBezTo>
                  <a:cubicBezTo>
                    <a:pt x="7533640" y="3718560"/>
                    <a:pt x="7326630" y="3674110"/>
                    <a:pt x="7226300" y="3641090"/>
                  </a:cubicBezTo>
                  <a:cubicBezTo>
                    <a:pt x="7132320" y="3609340"/>
                    <a:pt x="7048500" y="3558540"/>
                    <a:pt x="6950710" y="3550920"/>
                  </a:cubicBezTo>
                  <a:cubicBezTo>
                    <a:pt x="6841490" y="3543300"/>
                    <a:pt x="6744970" y="3590290"/>
                    <a:pt x="6602730" y="3609340"/>
                  </a:cubicBezTo>
                  <a:cubicBezTo>
                    <a:pt x="6380480" y="3638550"/>
                    <a:pt x="6041390" y="3670300"/>
                    <a:pt x="5740400" y="3690620"/>
                  </a:cubicBezTo>
                  <a:cubicBezTo>
                    <a:pt x="5412740" y="3712210"/>
                    <a:pt x="4947920" y="3702050"/>
                    <a:pt x="4711700" y="3731260"/>
                  </a:cubicBezTo>
                  <a:cubicBezTo>
                    <a:pt x="4585970" y="3746500"/>
                    <a:pt x="4537710" y="3774440"/>
                    <a:pt x="4424680" y="3790950"/>
                  </a:cubicBezTo>
                  <a:cubicBezTo>
                    <a:pt x="4263390" y="3816350"/>
                    <a:pt x="3928110" y="3788410"/>
                    <a:pt x="3835400" y="3849370"/>
                  </a:cubicBezTo>
                  <a:cubicBezTo>
                    <a:pt x="3792220" y="3877310"/>
                    <a:pt x="3773170" y="3962400"/>
                    <a:pt x="3773170" y="3962400"/>
                  </a:cubicBezTo>
                  <a:moveTo>
                    <a:pt x="4057650" y="3448050"/>
                  </a:moveTo>
                  <a:cubicBezTo>
                    <a:pt x="4202430" y="3389630"/>
                    <a:pt x="4427220" y="3307080"/>
                    <a:pt x="4578350" y="3260090"/>
                  </a:cubicBezTo>
                  <a:cubicBezTo>
                    <a:pt x="4723130" y="3214370"/>
                    <a:pt x="4997450" y="3164840"/>
                    <a:pt x="5008880" y="3140710"/>
                  </a:cubicBezTo>
                  <a:cubicBezTo>
                    <a:pt x="5010150" y="3136900"/>
                    <a:pt x="5006340" y="3133090"/>
                    <a:pt x="5003800" y="3129280"/>
                  </a:cubicBezTo>
                  <a:cubicBezTo>
                    <a:pt x="5002530" y="3125470"/>
                    <a:pt x="4998720" y="3116580"/>
                    <a:pt x="4998720" y="3116580"/>
                  </a:cubicBezTo>
                  <a:cubicBezTo>
                    <a:pt x="4998720" y="3115310"/>
                    <a:pt x="4996180" y="3106420"/>
                    <a:pt x="4996180" y="3101340"/>
                  </a:cubicBezTo>
                  <a:cubicBezTo>
                    <a:pt x="4994910" y="3096260"/>
                    <a:pt x="4993640" y="3087370"/>
                    <a:pt x="4993640" y="3087370"/>
                  </a:cubicBezTo>
                  <a:cubicBezTo>
                    <a:pt x="4993640" y="3086100"/>
                    <a:pt x="4994910" y="3077210"/>
                    <a:pt x="4994910" y="3072130"/>
                  </a:cubicBezTo>
                  <a:cubicBezTo>
                    <a:pt x="4994910" y="3067050"/>
                    <a:pt x="4996180" y="3056890"/>
                    <a:pt x="4996180" y="3056890"/>
                  </a:cubicBezTo>
                  <a:cubicBezTo>
                    <a:pt x="4996180" y="3056890"/>
                    <a:pt x="4998720" y="3048000"/>
                    <a:pt x="4999990" y="3042920"/>
                  </a:cubicBezTo>
                  <a:cubicBezTo>
                    <a:pt x="5001260" y="3039110"/>
                    <a:pt x="5005070" y="3036570"/>
                    <a:pt x="5003800" y="3034030"/>
                  </a:cubicBezTo>
                  <a:cubicBezTo>
                    <a:pt x="4996180" y="3021330"/>
                    <a:pt x="4913630" y="2990850"/>
                    <a:pt x="4848860" y="2999740"/>
                  </a:cubicBezTo>
                  <a:cubicBezTo>
                    <a:pt x="4718050" y="3016250"/>
                    <a:pt x="4295140" y="3282950"/>
                    <a:pt x="4293870" y="3284220"/>
                  </a:cubicBezTo>
                  <a:cubicBezTo>
                    <a:pt x="4293870" y="3284220"/>
                    <a:pt x="4290060" y="3293110"/>
                    <a:pt x="4287520" y="3298190"/>
                  </a:cubicBezTo>
                  <a:cubicBezTo>
                    <a:pt x="4286250" y="3302000"/>
                    <a:pt x="4282440" y="3310890"/>
                    <a:pt x="4282440" y="3310890"/>
                  </a:cubicBezTo>
                  <a:cubicBezTo>
                    <a:pt x="4282440" y="3310890"/>
                    <a:pt x="4276090" y="3318510"/>
                    <a:pt x="4273550" y="3323590"/>
                  </a:cubicBezTo>
                  <a:cubicBezTo>
                    <a:pt x="4269740" y="3327400"/>
                    <a:pt x="4264660" y="3335020"/>
                    <a:pt x="4264660" y="3335020"/>
                  </a:cubicBezTo>
                  <a:cubicBezTo>
                    <a:pt x="4264660" y="3335020"/>
                    <a:pt x="4257040" y="3341370"/>
                    <a:pt x="4253230" y="3343910"/>
                  </a:cubicBezTo>
                  <a:cubicBezTo>
                    <a:pt x="4249420" y="3346450"/>
                    <a:pt x="4241800" y="3352800"/>
                    <a:pt x="4241800" y="3352800"/>
                  </a:cubicBezTo>
                  <a:cubicBezTo>
                    <a:pt x="4241800" y="3352800"/>
                    <a:pt x="4232910" y="3357880"/>
                    <a:pt x="4227830" y="3359150"/>
                  </a:cubicBezTo>
                  <a:cubicBezTo>
                    <a:pt x="4224020" y="3361690"/>
                    <a:pt x="4215130" y="3365500"/>
                    <a:pt x="4215130" y="3365500"/>
                  </a:cubicBezTo>
                  <a:cubicBezTo>
                    <a:pt x="4215130" y="3365500"/>
                    <a:pt x="4204970" y="3368040"/>
                    <a:pt x="4201160" y="3368040"/>
                  </a:cubicBezTo>
                  <a:cubicBezTo>
                    <a:pt x="4196080" y="3369310"/>
                    <a:pt x="4185920" y="3371850"/>
                    <a:pt x="4185920" y="3371850"/>
                  </a:cubicBezTo>
                  <a:cubicBezTo>
                    <a:pt x="4185920" y="3371850"/>
                    <a:pt x="4175760" y="3370580"/>
                    <a:pt x="4171950" y="3370580"/>
                  </a:cubicBezTo>
                  <a:cubicBezTo>
                    <a:pt x="4166870" y="3370580"/>
                    <a:pt x="4156710" y="3370580"/>
                    <a:pt x="4156710" y="3370580"/>
                  </a:cubicBezTo>
                  <a:cubicBezTo>
                    <a:pt x="4156710" y="3370580"/>
                    <a:pt x="4147820" y="3366770"/>
                    <a:pt x="4142740" y="3365500"/>
                  </a:cubicBezTo>
                  <a:cubicBezTo>
                    <a:pt x="4137660" y="3364230"/>
                    <a:pt x="4128770" y="3361690"/>
                    <a:pt x="4128770" y="3361690"/>
                  </a:cubicBezTo>
                  <a:cubicBezTo>
                    <a:pt x="4128770" y="3361690"/>
                    <a:pt x="4119880" y="3356610"/>
                    <a:pt x="4116070" y="3354070"/>
                  </a:cubicBezTo>
                  <a:cubicBezTo>
                    <a:pt x="4113530" y="3352800"/>
                    <a:pt x="4113530" y="3350260"/>
                    <a:pt x="4110990" y="3351530"/>
                  </a:cubicBezTo>
                  <a:cubicBezTo>
                    <a:pt x="4102100" y="3354070"/>
                    <a:pt x="4057650" y="3448050"/>
                    <a:pt x="4057650" y="3448050"/>
                  </a:cubicBezTo>
                  <a:moveTo>
                    <a:pt x="5096510" y="2819400"/>
                  </a:moveTo>
                  <a:cubicBezTo>
                    <a:pt x="5170170" y="2835910"/>
                    <a:pt x="5203190" y="2851150"/>
                    <a:pt x="5220970" y="2847340"/>
                  </a:cubicBezTo>
                  <a:cubicBezTo>
                    <a:pt x="5232400" y="2844800"/>
                    <a:pt x="5234940" y="2837180"/>
                    <a:pt x="5247640" y="2828290"/>
                  </a:cubicBezTo>
                  <a:cubicBezTo>
                    <a:pt x="5274310" y="2810510"/>
                    <a:pt x="5378450" y="2752090"/>
                    <a:pt x="5375910" y="2744470"/>
                  </a:cubicBezTo>
                  <a:cubicBezTo>
                    <a:pt x="5374640" y="2741930"/>
                    <a:pt x="5364480" y="2744470"/>
                    <a:pt x="5353050" y="2744470"/>
                  </a:cubicBezTo>
                  <a:cubicBezTo>
                    <a:pt x="5323840" y="2744470"/>
                    <a:pt x="5234940" y="2727960"/>
                    <a:pt x="5189220" y="2744470"/>
                  </a:cubicBezTo>
                  <a:cubicBezTo>
                    <a:pt x="5151120" y="2757170"/>
                    <a:pt x="5096510" y="2819400"/>
                    <a:pt x="5096510" y="2819400"/>
                  </a:cubicBezTo>
                  <a:moveTo>
                    <a:pt x="5560060" y="2923540"/>
                  </a:moveTo>
                  <a:cubicBezTo>
                    <a:pt x="5849620" y="2964180"/>
                    <a:pt x="6049010" y="2895600"/>
                    <a:pt x="6158230" y="2872740"/>
                  </a:cubicBezTo>
                  <a:cubicBezTo>
                    <a:pt x="6226810" y="2857500"/>
                    <a:pt x="6325870" y="2858770"/>
                    <a:pt x="6329680" y="2838450"/>
                  </a:cubicBezTo>
                  <a:cubicBezTo>
                    <a:pt x="6332220" y="2818130"/>
                    <a:pt x="6233160" y="2766060"/>
                    <a:pt x="6167120" y="2749550"/>
                  </a:cubicBezTo>
                  <a:cubicBezTo>
                    <a:pt x="6079490" y="2726690"/>
                    <a:pt x="5943600" y="2719070"/>
                    <a:pt x="5843270" y="2747010"/>
                  </a:cubicBezTo>
                  <a:cubicBezTo>
                    <a:pt x="5741670" y="2776220"/>
                    <a:pt x="5560060" y="2923540"/>
                    <a:pt x="5560060" y="2923540"/>
                  </a:cubicBezTo>
                  <a:moveTo>
                    <a:pt x="5698490" y="1172210"/>
                  </a:moveTo>
                  <a:cubicBezTo>
                    <a:pt x="5995670" y="1167130"/>
                    <a:pt x="6155690" y="1178560"/>
                    <a:pt x="6239510" y="1164590"/>
                  </a:cubicBezTo>
                  <a:cubicBezTo>
                    <a:pt x="6289040" y="1156970"/>
                    <a:pt x="6357620" y="1134110"/>
                    <a:pt x="6356350" y="1126490"/>
                  </a:cubicBezTo>
                  <a:cubicBezTo>
                    <a:pt x="6352540" y="1111250"/>
                    <a:pt x="5877560" y="1153160"/>
                    <a:pt x="5774690" y="1162050"/>
                  </a:cubicBezTo>
                  <a:cubicBezTo>
                    <a:pt x="5737860" y="1165860"/>
                    <a:pt x="5698490" y="1172210"/>
                    <a:pt x="5698490" y="1172210"/>
                  </a:cubicBezTo>
                  <a:moveTo>
                    <a:pt x="5768340" y="3272790"/>
                  </a:moveTo>
                  <a:cubicBezTo>
                    <a:pt x="5786120" y="3270250"/>
                    <a:pt x="5777230" y="3271520"/>
                    <a:pt x="5774690" y="3271520"/>
                  </a:cubicBezTo>
                  <a:cubicBezTo>
                    <a:pt x="5772150" y="3272790"/>
                    <a:pt x="5768340" y="3272790"/>
                    <a:pt x="5768340" y="3272790"/>
                  </a:cubicBezTo>
                  <a:moveTo>
                    <a:pt x="6217920" y="3413760"/>
                  </a:moveTo>
                  <a:cubicBezTo>
                    <a:pt x="6456680" y="3387090"/>
                    <a:pt x="6424930" y="3376930"/>
                    <a:pt x="6400800" y="3375660"/>
                  </a:cubicBezTo>
                  <a:cubicBezTo>
                    <a:pt x="6357620" y="3374390"/>
                    <a:pt x="6217920" y="3413760"/>
                    <a:pt x="6217920" y="3413760"/>
                  </a:cubicBezTo>
                  <a:moveTo>
                    <a:pt x="6866890" y="3284220"/>
                  </a:moveTo>
                  <a:cubicBezTo>
                    <a:pt x="7042150" y="3322320"/>
                    <a:pt x="7155180" y="3284220"/>
                    <a:pt x="7294880" y="3261360"/>
                  </a:cubicBezTo>
                  <a:cubicBezTo>
                    <a:pt x="7538720" y="3221990"/>
                    <a:pt x="8164830" y="3126740"/>
                    <a:pt x="8299450" y="3106420"/>
                  </a:cubicBezTo>
                  <a:cubicBezTo>
                    <a:pt x="8332470" y="3100070"/>
                    <a:pt x="8361680" y="3100070"/>
                    <a:pt x="8361680" y="3096260"/>
                  </a:cubicBezTo>
                  <a:cubicBezTo>
                    <a:pt x="8361680" y="3089910"/>
                    <a:pt x="8213090" y="3079750"/>
                    <a:pt x="8166100" y="3078480"/>
                  </a:cubicBezTo>
                  <a:cubicBezTo>
                    <a:pt x="8139430" y="3077210"/>
                    <a:pt x="8124190" y="3078480"/>
                    <a:pt x="8103870" y="3079750"/>
                  </a:cubicBezTo>
                  <a:cubicBezTo>
                    <a:pt x="8082280" y="3081020"/>
                    <a:pt x="8073390" y="3082290"/>
                    <a:pt x="8039100" y="3087370"/>
                  </a:cubicBezTo>
                  <a:cubicBezTo>
                    <a:pt x="7891780" y="3108960"/>
                    <a:pt x="6866890" y="3284220"/>
                    <a:pt x="6866890" y="3284220"/>
                  </a:cubicBezTo>
                  <a:moveTo>
                    <a:pt x="7059930" y="839470"/>
                  </a:moveTo>
                  <a:cubicBezTo>
                    <a:pt x="7150100" y="844550"/>
                    <a:pt x="7199630" y="854710"/>
                    <a:pt x="7239000" y="850900"/>
                  </a:cubicBezTo>
                  <a:cubicBezTo>
                    <a:pt x="7274560" y="847090"/>
                    <a:pt x="7343140" y="824230"/>
                    <a:pt x="7341870" y="820420"/>
                  </a:cubicBezTo>
                  <a:cubicBezTo>
                    <a:pt x="7341870" y="816610"/>
                    <a:pt x="7277100" y="822960"/>
                    <a:pt x="7239000" y="825500"/>
                  </a:cubicBezTo>
                  <a:cubicBezTo>
                    <a:pt x="7186930" y="828040"/>
                    <a:pt x="7059930" y="839470"/>
                    <a:pt x="7059930" y="839470"/>
                  </a:cubicBezTo>
                  <a:moveTo>
                    <a:pt x="7063740" y="1141730"/>
                  </a:moveTo>
                  <a:cubicBezTo>
                    <a:pt x="7078980" y="1141730"/>
                    <a:pt x="7071360" y="1140460"/>
                    <a:pt x="7067550" y="1140460"/>
                  </a:cubicBezTo>
                  <a:cubicBezTo>
                    <a:pt x="7066280" y="1140460"/>
                    <a:pt x="7063740" y="1141730"/>
                    <a:pt x="7063740" y="1141730"/>
                  </a:cubicBezTo>
                  <a:moveTo>
                    <a:pt x="7439660" y="3470910"/>
                  </a:moveTo>
                  <a:cubicBezTo>
                    <a:pt x="7922260" y="3591560"/>
                    <a:pt x="8007350" y="3501390"/>
                    <a:pt x="8101330" y="3455670"/>
                  </a:cubicBezTo>
                  <a:cubicBezTo>
                    <a:pt x="8192770" y="3409950"/>
                    <a:pt x="8379460" y="3333750"/>
                    <a:pt x="8376920" y="3326130"/>
                  </a:cubicBezTo>
                  <a:cubicBezTo>
                    <a:pt x="8375650" y="3323590"/>
                    <a:pt x="8357870" y="3328670"/>
                    <a:pt x="8333740" y="3332480"/>
                  </a:cubicBezTo>
                  <a:cubicBezTo>
                    <a:pt x="8227060" y="3348990"/>
                    <a:pt x="7439660" y="3470910"/>
                    <a:pt x="7439660" y="3470910"/>
                  </a:cubicBezTo>
                  <a:moveTo>
                    <a:pt x="7611110" y="2546350"/>
                  </a:moveTo>
                  <a:cubicBezTo>
                    <a:pt x="7862570" y="2540000"/>
                    <a:pt x="7903210" y="2499360"/>
                    <a:pt x="7899400" y="2491740"/>
                  </a:cubicBezTo>
                  <a:cubicBezTo>
                    <a:pt x="7891780" y="2476500"/>
                    <a:pt x="7682230" y="2538730"/>
                    <a:pt x="7639050" y="2543810"/>
                  </a:cubicBezTo>
                  <a:cubicBezTo>
                    <a:pt x="7625080" y="2546350"/>
                    <a:pt x="7611110" y="2546350"/>
                    <a:pt x="7611110" y="2546350"/>
                  </a:cubicBezTo>
                  <a:moveTo>
                    <a:pt x="7872730" y="1593850"/>
                  </a:moveTo>
                  <a:cubicBezTo>
                    <a:pt x="8564880" y="1614170"/>
                    <a:pt x="8595360" y="1617980"/>
                    <a:pt x="8676640" y="1616710"/>
                  </a:cubicBezTo>
                  <a:cubicBezTo>
                    <a:pt x="8812530" y="1615440"/>
                    <a:pt x="9220200" y="1596390"/>
                    <a:pt x="9221470" y="1584960"/>
                  </a:cubicBezTo>
                  <a:cubicBezTo>
                    <a:pt x="9221470" y="1583690"/>
                    <a:pt x="9208770" y="1581150"/>
                    <a:pt x="9196070" y="1578610"/>
                  </a:cubicBezTo>
                  <a:cubicBezTo>
                    <a:pt x="9166860" y="1574800"/>
                    <a:pt x="9113520" y="1574800"/>
                    <a:pt x="9042400" y="1574800"/>
                  </a:cubicBezTo>
                  <a:cubicBezTo>
                    <a:pt x="8891270" y="1573530"/>
                    <a:pt x="8533130" y="1581150"/>
                    <a:pt x="8321040" y="1584960"/>
                  </a:cubicBezTo>
                  <a:cubicBezTo>
                    <a:pt x="8154670" y="1587500"/>
                    <a:pt x="7872730" y="1593850"/>
                    <a:pt x="7872730" y="1593850"/>
                  </a:cubicBezTo>
                  <a:moveTo>
                    <a:pt x="8002270" y="4144010"/>
                  </a:moveTo>
                  <a:cubicBezTo>
                    <a:pt x="8823960" y="4156710"/>
                    <a:pt x="8936990" y="4156710"/>
                    <a:pt x="8938260" y="4144010"/>
                  </a:cubicBezTo>
                  <a:cubicBezTo>
                    <a:pt x="8940800" y="4123690"/>
                    <a:pt x="8585200" y="4017010"/>
                    <a:pt x="8421370" y="4020820"/>
                  </a:cubicBezTo>
                  <a:cubicBezTo>
                    <a:pt x="8274050" y="4024630"/>
                    <a:pt x="8002270" y="4144010"/>
                    <a:pt x="8002270" y="4144010"/>
                  </a:cubicBezTo>
                  <a:moveTo>
                    <a:pt x="8149590" y="3700780"/>
                  </a:moveTo>
                  <a:cubicBezTo>
                    <a:pt x="8305800" y="3713480"/>
                    <a:pt x="8863330" y="3492500"/>
                    <a:pt x="9130030" y="3408680"/>
                  </a:cubicBezTo>
                  <a:cubicBezTo>
                    <a:pt x="9326880" y="3345180"/>
                    <a:pt x="9649460" y="3282950"/>
                    <a:pt x="9646920" y="3249930"/>
                  </a:cubicBezTo>
                  <a:cubicBezTo>
                    <a:pt x="9645650" y="3228340"/>
                    <a:pt x="9456420" y="3218180"/>
                    <a:pt x="9408160" y="3211830"/>
                  </a:cubicBezTo>
                  <a:cubicBezTo>
                    <a:pt x="9386570" y="3208020"/>
                    <a:pt x="9382760" y="3206750"/>
                    <a:pt x="9362440" y="3205480"/>
                  </a:cubicBezTo>
                  <a:cubicBezTo>
                    <a:pt x="9326880" y="3205480"/>
                    <a:pt x="9271000" y="3200400"/>
                    <a:pt x="9208770" y="3215640"/>
                  </a:cubicBezTo>
                  <a:cubicBezTo>
                    <a:pt x="9105900" y="3239770"/>
                    <a:pt x="8956040" y="3318510"/>
                    <a:pt x="8809990" y="3383280"/>
                  </a:cubicBezTo>
                  <a:cubicBezTo>
                    <a:pt x="8629650" y="3464560"/>
                    <a:pt x="8307070" y="3620770"/>
                    <a:pt x="8210550" y="3669030"/>
                  </a:cubicBezTo>
                  <a:cubicBezTo>
                    <a:pt x="8178800" y="3684270"/>
                    <a:pt x="8149590" y="3700780"/>
                    <a:pt x="8149590" y="3700780"/>
                  </a:cubicBezTo>
                  <a:moveTo>
                    <a:pt x="8164830" y="2559050"/>
                  </a:moveTo>
                  <a:cubicBezTo>
                    <a:pt x="8600440" y="2565400"/>
                    <a:pt x="8608060" y="2561590"/>
                    <a:pt x="8647430" y="2559050"/>
                  </a:cubicBezTo>
                  <a:cubicBezTo>
                    <a:pt x="8728710" y="2553970"/>
                    <a:pt x="9033510" y="2547620"/>
                    <a:pt x="9033510" y="2538730"/>
                  </a:cubicBezTo>
                  <a:cubicBezTo>
                    <a:pt x="9033510" y="2527300"/>
                    <a:pt x="8489950" y="2501900"/>
                    <a:pt x="8355330" y="2490470"/>
                  </a:cubicBezTo>
                  <a:cubicBezTo>
                    <a:pt x="8299450" y="2485390"/>
                    <a:pt x="8267700" y="2465070"/>
                    <a:pt x="8235950" y="2477770"/>
                  </a:cubicBezTo>
                  <a:cubicBezTo>
                    <a:pt x="8205470" y="2490470"/>
                    <a:pt x="8164830" y="2559050"/>
                    <a:pt x="8164830" y="2559050"/>
                  </a:cubicBezTo>
                  <a:moveTo>
                    <a:pt x="8241030" y="896620"/>
                  </a:moveTo>
                  <a:cubicBezTo>
                    <a:pt x="8592820" y="916940"/>
                    <a:pt x="8605520" y="925830"/>
                    <a:pt x="8642350" y="920750"/>
                  </a:cubicBezTo>
                  <a:cubicBezTo>
                    <a:pt x="8712200" y="908050"/>
                    <a:pt x="8944610" y="816610"/>
                    <a:pt x="8939530" y="791210"/>
                  </a:cubicBezTo>
                  <a:cubicBezTo>
                    <a:pt x="8933180" y="759460"/>
                    <a:pt x="8434070" y="782320"/>
                    <a:pt x="8392160" y="788670"/>
                  </a:cubicBezTo>
                  <a:cubicBezTo>
                    <a:pt x="8387080" y="789940"/>
                    <a:pt x="8387080" y="789940"/>
                    <a:pt x="8383270" y="791210"/>
                  </a:cubicBezTo>
                  <a:cubicBezTo>
                    <a:pt x="8379460" y="792480"/>
                    <a:pt x="8369300" y="796290"/>
                    <a:pt x="8369300" y="796290"/>
                  </a:cubicBezTo>
                  <a:cubicBezTo>
                    <a:pt x="8368030" y="796290"/>
                    <a:pt x="8241030" y="896620"/>
                    <a:pt x="8241030" y="896620"/>
                  </a:cubicBezTo>
                  <a:moveTo>
                    <a:pt x="8864600" y="3891280"/>
                  </a:moveTo>
                  <a:cubicBezTo>
                    <a:pt x="9326880" y="3997960"/>
                    <a:pt x="9549130" y="4033520"/>
                    <a:pt x="9662160" y="4046220"/>
                  </a:cubicBezTo>
                  <a:cubicBezTo>
                    <a:pt x="9723120" y="4052570"/>
                    <a:pt x="9742170" y="4058920"/>
                    <a:pt x="9804400" y="4056380"/>
                  </a:cubicBezTo>
                  <a:cubicBezTo>
                    <a:pt x="9918700" y="4050030"/>
                    <a:pt x="10104120" y="4009390"/>
                    <a:pt x="10293350" y="3971290"/>
                  </a:cubicBezTo>
                  <a:cubicBezTo>
                    <a:pt x="10558780" y="3917950"/>
                    <a:pt x="10975340" y="3832860"/>
                    <a:pt x="11243310" y="3759200"/>
                  </a:cubicBezTo>
                  <a:cubicBezTo>
                    <a:pt x="11445240" y="3702050"/>
                    <a:pt x="11673840" y="3639820"/>
                    <a:pt x="11767820" y="3582670"/>
                  </a:cubicBezTo>
                  <a:cubicBezTo>
                    <a:pt x="11808460" y="3557270"/>
                    <a:pt x="11811000" y="3544570"/>
                    <a:pt x="11844020" y="3507740"/>
                  </a:cubicBezTo>
                  <a:cubicBezTo>
                    <a:pt x="11912600" y="3432810"/>
                    <a:pt x="12171680" y="3185160"/>
                    <a:pt x="12143740" y="3134360"/>
                  </a:cubicBezTo>
                  <a:cubicBezTo>
                    <a:pt x="12118340" y="3088640"/>
                    <a:pt x="11884660" y="3157220"/>
                    <a:pt x="11752580" y="3177540"/>
                  </a:cubicBezTo>
                  <a:cubicBezTo>
                    <a:pt x="11615420" y="3199130"/>
                    <a:pt x="11336020" y="3258820"/>
                    <a:pt x="11334750" y="3260090"/>
                  </a:cubicBezTo>
                  <a:cubicBezTo>
                    <a:pt x="11336020" y="3261360"/>
                    <a:pt x="11424920" y="3360420"/>
                    <a:pt x="11441430" y="3380740"/>
                  </a:cubicBezTo>
                  <a:cubicBezTo>
                    <a:pt x="11446510" y="3387090"/>
                    <a:pt x="11446510" y="3388360"/>
                    <a:pt x="11450320" y="3393440"/>
                  </a:cubicBezTo>
                  <a:cubicBezTo>
                    <a:pt x="11452860" y="3397250"/>
                    <a:pt x="11459210" y="3404870"/>
                    <a:pt x="11459210" y="3404870"/>
                  </a:cubicBezTo>
                  <a:cubicBezTo>
                    <a:pt x="11459210" y="3406140"/>
                    <a:pt x="11463020" y="3415030"/>
                    <a:pt x="11465560" y="3420110"/>
                  </a:cubicBezTo>
                  <a:cubicBezTo>
                    <a:pt x="11466830" y="3423920"/>
                    <a:pt x="11471910" y="3434080"/>
                    <a:pt x="11471910" y="3434080"/>
                  </a:cubicBezTo>
                  <a:cubicBezTo>
                    <a:pt x="11471910" y="3434080"/>
                    <a:pt x="11473180" y="3444240"/>
                    <a:pt x="11474450" y="3449320"/>
                  </a:cubicBezTo>
                  <a:cubicBezTo>
                    <a:pt x="11474450" y="3454400"/>
                    <a:pt x="11475720" y="3464560"/>
                    <a:pt x="11475720" y="3464560"/>
                  </a:cubicBezTo>
                  <a:cubicBezTo>
                    <a:pt x="11475720" y="3464560"/>
                    <a:pt x="11475720" y="3474720"/>
                    <a:pt x="11474450" y="3479800"/>
                  </a:cubicBezTo>
                  <a:cubicBezTo>
                    <a:pt x="11474450" y="3484880"/>
                    <a:pt x="11473180" y="3495040"/>
                    <a:pt x="11473180" y="3495040"/>
                  </a:cubicBezTo>
                  <a:cubicBezTo>
                    <a:pt x="11473180" y="3495040"/>
                    <a:pt x="11470640" y="3505200"/>
                    <a:pt x="11468100" y="3510280"/>
                  </a:cubicBezTo>
                  <a:cubicBezTo>
                    <a:pt x="11466830" y="3515360"/>
                    <a:pt x="11464290" y="3524250"/>
                    <a:pt x="11463020" y="3524250"/>
                  </a:cubicBezTo>
                  <a:cubicBezTo>
                    <a:pt x="11463020" y="3525520"/>
                    <a:pt x="11457940" y="3533140"/>
                    <a:pt x="11455400" y="3538220"/>
                  </a:cubicBezTo>
                  <a:cubicBezTo>
                    <a:pt x="11452860" y="3542030"/>
                    <a:pt x="11446510" y="3550920"/>
                    <a:pt x="11446510" y="3550920"/>
                  </a:cubicBezTo>
                  <a:cubicBezTo>
                    <a:pt x="11446510" y="3550920"/>
                    <a:pt x="11438890" y="3558540"/>
                    <a:pt x="11435080" y="3561080"/>
                  </a:cubicBezTo>
                  <a:cubicBezTo>
                    <a:pt x="11432540" y="3564890"/>
                    <a:pt x="11424920" y="3572510"/>
                    <a:pt x="11424920" y="3572510"/>
                  </a:cubicBezTo>
                  <a:cubicBezTo>
                    <a:pt x="11424920" y="3572510"/>
                    <a:pt x="11416030" y="3577590"/>
                    <a:pt x="11410950" y="3580130"/>
                  </a:cubicBezTo>
                  <a:cubicBezTo>
                    <a:pt x="11407140" y="3582670"/>
                    <a:pt x="11398250" y="3587750"/>
                    <a:pt x="11396980" y="3587750"/>
                  </a:cubicBezTo>
                  <a:cubicBezTo>
                    <a:pt x="11396980" y="3587750"/>
                    <a:pt x="11388090" y="3590290"/>
                    <a:pt x="11383010" y="3591560"/>
                  </a:cubicBezTo>
                  <a:cubicBezTo>
                    <a:pt x="11377930" y="3592830"/>
                    <a:pt x="11367770" y="3595370"/>
                    <a:pt x="11367770" y="3596640"/>
                  </a:cubicBezTo>
                  <a:cubicBezTo>
                    <a:pt x="11367770" y="3596640"/>
                    <a:pt x="11357610" y="3596640"/>
                    <a:pt x="11352530" y="3596640"/>
                  </a:cubicBezTo>
                  <a:cubicBezTo>
                    <a:pt x="11347450" y="3596640"/>
                    <a:pt x="11337290" y="3596640"/>
                    <a:pt x="11337290" y="3596640"/>
                  </a:cubicBezTo>
                  <a:cubicBezTo>
                    <a:pt x="11336020" y="3596640"/>
                    <a:pt x="11327130" y="3595370"/>
                    <a:pt x="11322050" y="3594100"/>
                  </a:cubicBezTo>
                  <a:cubicBezTo>
                    <a:pt x="11316970" y="3592830"/>
                    <a:pt x="11306810" y="3590290"/>
                    <a:pt x="11306810" y="3590290"/>
                  </a:cubicBezTo>
                  <a:cubicBezTo>
                    <a:pt x="11306810" y="3590290"/>
                    <a:pt x="11296650" y="3586480"/>
                    <a:pt x="11292840" y="3583940"/>
                  </a:cubicBezTo>
                  <a:cubicBezTo>
                    <a:pt x="11287760" y="3581400"/>
                    <a:pt x="11278870" y="3577590"/>
                    <a:pt x="11278870" y="3577590"/>
                  </a:cubicBezTo>
                  <a:cubicBezTo>
                    <a:pt x="11278870" y="3577590"/>
                    <a:pt x="11271250" y="3571240"/>
                    <a:pt x="11266170" y="3567430"/>
                  </a:cubicBezTo>
                  <a:cubicBezTo>
                    <a:pt x="11262360" y="3563620"/>
                    <a:pt x="11254740" y="3557270"/>
                    <a:pt x="11254740" y="3557270"/>
                  </a:cubicBezTo>
                  <a:cubicBezTo>
                    <a:pt x="11253470" y="3557270"/>
                    <a:pt x="10850880" y="3484880"/>
                    <a:pt x="10728960" y="3459480"/>
                  </a:cubicBezTo>
                  <a:cubicBezTo>
                    <a:pt x="10662920" y="3445510"/>
                    <a:pt x="10640060" y="3423920"/>
                    <a:pt x="10577830" y="3423920"/>
                  </a:cubicBezTo>
                  <a:cubicBezTo>
                    <a:pt x="10473690" y="3425190"/>
                    <a:pt x="10331450" y="3482340"/>
                    <a:pt x="10165080" y="3526790"/>
                  </a:cubicBezTo>
                  <a:cubicBezTo>
                    <a:pt x="9913620" y="3592830"/>
                    <a:pt x="9451340" y="3722370"/>
                    <a:pt x="9212580" y="3790950"/>
                  </a:cubicBezTo>
                  <a:cubicBezTo>
                    <a:pt x="9067800" y="3831590"/>
                    <a:pt x="8864600" y="3891280"/>
                    <a:pt x="8864600" y="3891280"/>
                  </a:cubicBezTo>
                  <a:moveTo>
                    <a:pt x="9560560" y="951230"/>
                  </a:moveTo>
                  <a:cubicBezTo>
                    <a:pt x="10060940" y="853440"/>
                    <a:pt x="10063480" y="853440"/>
                    <a:pt x="10063480" y="853440"/>
                  </a:cubicBezTo>
                  <a:cubicBezTo>
                    <a:pt x="10063480" y="850900"/>
                    <a:pt x="10006330" y="840740"/>
                    <a:pt x="9964420" y="843280"/>
                  </a:cubicBezTo>
                  <a:cubicBezTo>
                    <a:pt x="9890760" y="847090"/>
                    <a:pt x="9704070" y="895350"/>
                    <a:pt x="9662160" y="906780"/>
                  </a:cubicBezTo>
                  <a:cubicBezTo>
                    <a:pt x="9650730" y="909320"/>
                    <a:pt x="9650730" y="910590"/>
                    <a:pt x="9641840" y="914400"/>
                  </a:cubicBezTo>
                  <a:cubicBezTo>
                    <a:pt x="9622790" y="920750"/>
                    <a:pt x="9560560" y="951230"/>
                    <a:pt x="9560560" y="951230"/>
                  </a:cubicBezTo>
                  <a:moveTo>
                    <a:pt x="9640570" y="1912620"/>
                  </a:moveTo>
                  <a:cubicBezTo>
                    <a:pt x="9824720" y="1908810"/>
                    <a:pt x="9999980" y="1917700"/>
                    <a:pt x="10139680" y="1938020"/>
                  </a:cubicBezTo>
                  <a:cubicBezTo>
                    <a:pt x="10292080" y="1959610"/>
                    <a:pt x="10472420" y="2004060"/>
                    <a:pt x="10613390" y="2038350"/>
                  </a:cubicBezTo>
                  <a:cubicBezTo>
                    <a:pt x="10728960" y="2066290"/>
                    <a:pt x="10841990" y="2095500"/>
                    <a:pt x="10923270" y="2123440"/>
                  </a:cubicBezTo>
                  <a:cubicBezTo>
                    <a:pt x="10976610" y="2141220"/>
                    <a:pt x="11009630" y="2176780"/>
                    <a:pt x="11055350" y="2176780"/>
                  </a:cubicBezTo>
                  <a:cubicBezTo>
                    <a:pt x="11104880" y="2176780"/>
                    <a:pt x="11210290" y="2133600"/>
                    <a:pt x="11209020" y="2115820"/>
                  </a:cubicBezTo>
                  <a:cubicBezTo>
                    <a:pt x="11206480" y="2089150"/>
                    <a:pt x="11013440" y="2076450"/>
                    <a:pt x="10895330" y="2045970"/>
                  </a:cubicBezTo>
                  <a:cubicBezTo>
                    <a:pt x="10736580" y="2006600"/>
                    <a:pt x="10534650" y="1916430"/>
                    <a:pt x="10345420" y="1888490"/>
                  </a:cubicBezTo>
                  <a:cubicBezTo>
                    <a:pt x="10148570" y="1859280"/>
                    <a:pt x="9846310" y="1859280"/>
                    <a:pt x="9733280" y="1878330"/>
                  </a:cubicBezTo>
                  <a:cubicBezTo>
                    <a:pt x="9687560" y="1885950"/>
                    <a:pt x="9640570" y="1912620"/>
                    <a:pt x="9640570" y="1912620"/>
                  </a:cubicBezTo>
                  <a:moveTo>
                    <a:pt x="9829800" y="2950210"/>
                  </a:moveTo>
                  <a:cubicBezTo>
                    <a:pt x="10394950" y="2928620"/>
                    <a:pt x="10579100" y="2923540"/>
                    <a:pt x="10628630" y="2924810"/>
                  </a:cubicBezTo>
                  <a:cubicBezTo>
                    <a:pt x="10642600" y="2924810"/>
                    <a:pt x="10654030" y="2928620"/>
                    <a:pt x="10655300" y="2926080"/>
                  </a:cubicBezTo>
                  <a:cubicBezTo>
                    <a:pt x="10656570" y="2921000"/>
                    <a:pt x="10622280" y="2896870"/>
                    <a:pt x="10613390" y="2887980"/>
                  </a:cubicBezTo>
                  <a:cubicBezTo>
                    <a:pt x="10607040" y="2882900"/>
                    <a:pt x="10608310" y="2880360"/>
                    <a:pt x="10600690" y="2877820"/>
                  </a:cubicBezTo>
                  <a:cubicBezTo>
                    <a:pt x="10548620" y="2860040"/>
                    <a:pt x="10076180" y="2867660"/>
                    <a:pt x="9947910" y="2898140"/>
                  </a:cubicBezTo>
                  <a:cubicBezTo>
                    <a:pt x="9890760" y="2910840"/>
                    <a:pt x="9829800" y="2950210"/>
                    <a:pt x="9829800" y="2950210"/>
                  </a:cubicBezTo>
                  <a:moveTo>
                    <a:pt x="9999980" y="2157730"/>
                  </a:moveTo>
                  <a:cubicBezTo>
                    <a:pt x="10332720" y="2357120"/>
                    <a:pt x="10333990" y="2371090"/>
                    <a:pt x="10355580" y="2378710"/>
                  </a:cubicBezTo>
                  <a:cubicBezTo>
                    <a:pt x="10396220" y="2393950"/>
                    <a:pt x="10485120" y="2393950"/>
                    <a:pt x="10547350" y="2382520"/>
                  </a:cubicBezTo>
                  <a:cubicBezTo>
                    <a:pt x="10610850" y="2371090"/>
                    <a:pt x="10732770" y="2329180"/>
                    <a:pt x="10731500" y="2308860"/>
                  </a:cubicBezTo>
                  <a:cubicBezTo>
                    <a:pt x="10730230" y="2289810"/>
                    <a:pt x="10634980" y="2280920"/>
                    <a:pt x="10566400" y="2263140"/>
                  </a:cubicBezTo>
                  <a:cubicBezTo>
                    <a:pt x="10453370" y="2236470"/>
                    <a:pt x="10223500" y="2183130"/>
                    <a:pt x="10121900" y="2167890"/>
                  </a:cubicBezTo>
                  <a:cubicBezTo>
                    <a:pt x="10068560" y="2160270"/>
                    <a:pt x="9999980" y="2157730"/>
                    <a:pt x="9999980" y="2157730"/>
                  </a:cubicBezTo>
                  <a:moveTo>
                    <a:pt x="10435590" y="1036320"/>
                  </a:moveTo>
                  <a:cubicBezTo>
                    <a:pt x="10438130" y="1040130"/>
                    <a:pt x="10438130" y="1040130"/>
                    <a:pt x="10438130" y="1040130"/>
                  </a:cubicBezTo>
                  <a:cubicBezTo>
                    <a:pt x="10438130" y="1040130"/>
                    <a:pt x="10440670" y="1050290"/>
                    <a:pt x="10441940" y="1054100"/>
                  </a:cubicBezTo>
                  <a:cubicBezTo>
                    <a:pt x="10441940" y="1059180"/>
                    <a:pt x="10440670" y="1062990"/>
                    <a:pt x="10444480" y="1066800"/>
                  </a:cubicBezTo>
                  <a:cubicBezTo>
                    <a:pt x="10462260" y="1083310"/>
                    <a:pt x="10593070" y="1097280"/>
                    <a:pt x="10651490" y="1101090"/>
                  </a:cubicBezTo>
                  <a:cubicBezTo>
                    <a:pt x="10692130" y="1103630"/>
                    <a:pt x="10714990" y="1097280"/>
                    <a:pt x="10758170" y="1098550"/>
                  </a:cubicBezTo>
                  <a:cubicBezTo>
                    <a:pt x="10825480" y="1099820"/>
                    <a:pt x="10952480" y="1129030"/>
                    <a:pt x="11017250" y="1116330"/>
                  </a:cubicBezTo>
                  <a:cubicBezTo>
                    <a:pt x="11060430" y="1107440"/>
                    <a:pt x="11121390" y="1083310"/>
                    <a:pt x="11118850" y="1065530"/>
                  </a:cubicBezTo>
                  <a:cubicBezTo>
                    <a:pt x="11116310" y="1036320"/>
                    <a:pt x="10887710" y="985520"/>
                    <a:pt x="10805160" y="977900"/>
                  </a:cubicBezTo>
                  <a:cubicBezTo>
                    <a:pt x="10751820" y="972820"/>
                    <a:pt x="10701020" y="984250"/>
                    <a:pt x="10673080" y="988060"/>
                  </a:cubicBezTo>
                  <a:cubicBezTo>
                    <a:pt x="10661650" y="989330"/>
                    <a:pt x="10660380" y="990600"/>
                    <a:pt x="10647680" y="993140"/>
                  </a:cubicBezTo>
                  <a:cubicBezTo>
                    <a:pt x="10610850" y="999490"/>
                    <a:pt x="10435590" y="1036320"/>
                    <a:pt x="10435590" y="1036320"/>
                  </a:cubicBezTo>
                  <a:moveTo>
                    <a:pt x="10760710" y="730250"/>
                  </a:moveTo>
                  <a:cubicBezTo>
                    <a:pt x="10789920" y="734060"/>
                    <a:pt x="10886440" y="723900"/>
                    <a:pt x="10886440" y="722630"/>
                  </a:cubicBezTo>
                  <a:cubicBezTo>
                    <a:pt x="10886440" y="721360"/>
                    <a:pt x="10880090" y="721360"/>
                    <a:pt x="10873740" y="721360"/>
                  </a:cubicBezTo>
                  <a:cubicBezTo>
                    <a:pt x="10855960" y="720090"/>
                    <a:pt x="10760710" y="730250"/>
                    <a:pt x="10760710" y="730250"/>
                  </a:cubicBezTo>
                  <a:moveTo>
                    <a:pt x="10824210" y="1460500"/>
                  </a:moveTo>
                  <a:cubicBezTo>
                    <a:pt x="10828020" y="1464310"/>
                    <a:pt x="10838180" y="1471930"/>
                    <a:pt x="10838180" y="1471930"/>
                  </a:cubicBezTo>
                  <a:cubicBezTo>
                    <a:pt x="10838180" y="1471930"/>
                    <a:pt x="10839450" y="1475740"/>
                    <a:pt x="10841990" y="1477010"/>
                  </a:cubicBezTo>
                  <a:cubicBezTo>
                    <a:pt x="10853420" y="1483360"/>
                    <a:pt x="10967720" y="1466850"/>
                    <a:pt x="10967720" y="1465580"/>
                  </a:cubicBezTo>
                  <a:cubicBezTo>
                    <a:pt x="10967720" y="1464310"/>
                    <a:pt x="10963910" y="1464310"/>
                    <a:pt x="10960100" y="1464310"/>
                  </a:cubicBezTo>
                  <a:cubicBezTo>
                    <a:pt x="10944860" y="1461770"/>
                    <a:pt x="10875010" y="1446530"/>
                    <a:pt x="10852150" y="1449070"/>
                  </a:cubicBezTo>
                  <a:cubicBezTo>
                    <a:pt x="10839450" y="1450340"/>
                    <a:pt x="10824210" y="1460500"/>
                    <a:pt x="10824210" y="1460500"/>
                  </a:cubicBezTo>
                  <a:moveTo>
                    <a:pt x="11320780" y="2862580"/>
                  </a:moveTo>
                  <a:cubicBezTo>
                    <a:pt x="11352530" y="2874010"/>
                    <a:pt x="11409680" y="2862580"/>
                    <a:pt x="11409680" y="2861310"/>
                  </a:cubicBezTo>
                  <a:cubicBezTo>
                    <a:pt x="11409680" y="2858770"/>
                    <a:pt x="11320780" y="2862580"/>
                    <a:pt x="11320780" y="2862580"/>
                  </a:cubicBezTo>
                  <a:moveTo>
                    <a:pt x="11361420" y="1913890"/>
                  </a:moveTo>
                  <a:cubicBezTo>
                    <a:pt x="11466830" y="1936750"/>
                    <a:pt x="11568430" y="1969770"/>
                    <a:pt x="11635740" y="1963420"/>
                  </a:cubicBezTo>
                  <a:cubicBezTo>
                    <a:pt x="11695430" y="1958340"/>
                    <a:pt x="11800840" y="1917700"/>
                    <a:pt x="11799570" y="1906270"/>
                  </a:cubicBezTo>
                  <a:cubicBezTo>
                    <a:pt x="11795760" y="1888490"/>
                    <a:pt x="11361420" y="1913890"/>
                    <a:pt x="11361420" y="1913890"/>
                  </a:cubicBezTo>
                  <a:moveTo>
                    <a:pt x="11386820" y="2297430"/>
                  </a:moveTo>
                  <a:cubicBezTo>
                    <a:pt x="11419840" y="2316480"/>
                    <a:pt x="11413490" y="2362200"/>
                    <a:pt x="11432540" y="2374900"/>
                  </a:cubicBezTo>
                  <a:cubicBezTo>
                    <a:pt x="11456670" y="2390140"/>
                    <a:pt x="11513820" y="2369820"/>
                    <a:pt x="11559540" y="2367280"/>
                  </a:cubicBezTo>
                  <a:cubicBezTo>
                    <a:pt x="11611610" y="2363470"/>
                    <a:pt x="11724640" y="2355850"/>
                    <a:pt x="11725910" y="2355850"/>
                  </a:cubicBezTo>
                  <a:cubicBezTo>
                    <a:pt x="11725910" y="2355850"/>
                    <a:pt x="11736070" y="2357120"/>
                    <a:pt x="11741150" y="2357120"/>
                  </a:cubicBezTo>
                  <a:cubicBezTo>
                    <a:pt x="11746230" y="2357120"/>
                    <a:pt x="11756390" y="2358390"/>
                    <a:pt x="11756390" y="2358390"/>
                  </a:cubicBezTo>
                  <a:cubicBezTo>
                    <a:pt x="11756390" y="2358390"/>
                    <a:pt x="11766550" y="2362200"/>
                    <a:pt x="11770360" y="2363470"/>
                  </a:cubicBezTo>
                  <a:cubicBezTo>
                    <a:pt x="11775440" y="2366010"/>
                    <a:pt x="11785600" y="2368550"/>
                    <a:pt x="11785600" y="2368550"/>
                  </a:cubicBezTo>
                  <a:cubicBezTo>
                    <a:pt x="11785600" y="2368550"/>
                    <a:pt x="11794490" y="2374900"/>
                    <a:pt x="11798300" y="2377440"/>
                  </a:cubicBezTo>
                  <a:cubicBezTo>
                    <a:pt x="11802110" y="2379980"/>
                    <a:pt x="11811000" y="2385060"/>
                    <a:pt x="11811000" y="2385060"/>
                  </a:cubicBezTo>
                  <a:cubicBezTo>
                    <a:pt x="11811000" y="2385060"/>
                    <a:pt x="11818620" y="2392680"/>
                    <a:pt x="11821160" y="2396490"/>
                  </a:cubicBezTo>
                  <a:cubicBezTo>
                    <a:pt x="11824970" y="2400300"/>
                    <a:pt x="11831320" y="2407920"/>
                    <a:pt x="11832590" y="2407920"/>
                  </a:cubicBezTo>
                  <a:cubicBezTo>
                    <a:pt x="11832590" y="2407920"/>
                    <a:pt x="11837670" y="2416810"/>
                    <a:pt x="11840210" y="2421890"/>
                  </a:cubicBezTo>
                  <a:cubicBezTo>
                    <a:pt x="11841480" y="2425700"/>
                    <a:pt x="11846560" y="2434590"/>
                    <a:pt x="11846560" y="2434590"/>
                  </a:cubicBezTo>
                  <a:cubicBezTo>
                    <a:pt x="11846560" y="2434590"/>
                    <a:pt x="11850370" y="2444750"/>
                    <a:pt x="11851640" y="2449830"/>
                  </a:cubicBezTo>
                  <a:cubicBezTo>
                    <a:pt x="11852910" y="2454910"/>
                    <a:pt x="11855450" y="2463800"/>
                    <a:pt x="11855450" y="2463800"/>
                  </a:cubicBezTo>
                  <a:cubicBezTo>
                    <a:pt x="11855450" y="2465070"/>
                    <a:pt x="11855450" y="2475230"/>
                    <a:pt x="11855450" y="2480310"/>
                  </a:cubicBezTo>
                  <a:cubicBezTo>
                    <a:pt x="11855450" y="2485390"/>
                    <a:pt x="11856720" y="2495550"/>
                    <a:pt x="11856720" y="2495550"/>
                  </a:cubicBezTo>
                  <a:cubicBezTo>
                    <a:pt x="11856720" y="2495550"/>
                    <a:pt x="11854180" y="2505710"/>
                    <a:pt x="11852910" y="2509520"/>
                  </a:cubicBezTo>
                  <a:cubicBezTo>
                    <a:pt x="11851640" y="2514600"/>
                    <a:pt x="11849100" y="2524760"/>
                    <a:pt x="11849100" y="2524760"/>
                  </a:cubicBezTo>
                  <a:cubicBezTo>
                    <a:pt x="11849100" y="2524760"/>
                    <a:pt x="11845290" y="2534920"/>
                    <a:pt x="11842750" y="2538730"/>
                  </a:cubicBezTo>
                  <a:cubicBezTo>
                    <a:pt x="11840210" y="2543810"/>
                    <a:pt x="11836400" y="2552700"/>
                    <a:pt x="11836400" y="2552700"/>
                  </a:cubicBezTo>
                  <a:cubicBezTo>
                    <a:pt x="11836400" y="2552700"/>
                    <a:pt x="11830050" y="2560320"/>
                    <a:pt x="11826240" y="2564130"/>
                  </a:cubicBezTo>
                  <a:cubicBezTo>
                    <a:pt x="11822430" y="2567940"/>
                    <a:pt x="11816080" y="2575560"/>
                    <a:pt x="11816080" y="2576830"/>
                  </a:cubicBezTo>
                  <a:cubicBezTo>
                    <a:pt x="11816080" y="2576830"/>
                    <a:pt x="11808460" y="2581910"/>
                    <a:pt x="11803380" y="2585720"/>
                  </a:cubicBezTo>
                  <a:cubicBezTo>
                    <a:pt x="11799570" y="2588260"/>
                    <a:pt x="11791950" y="2594610"/>
                    <a:pt x="11791950" y="2594610"/>
                  </a:cubicBezTo>
                  <a:cubicBezTo>
                    <a:pt x="11791950" y="2594610"/>
                    <a:pt x="11781790" y="2598420"/>
                    <a:pt x="11776710" y="2600960"/>
                  </a:cubicBezTo>
                  <a:cubicBezTo>
                    <a:pt x="11772900" y="2602230"/>
                    <a:pt x="11762740" y="2606040"/>
                    <a:pt x="11762740" y="2606040"/>
                  </a:cubicBezTo>
                  <a:cubicBezTo>
                    <a:pt x="11762740" y="2606040"/>
                    <a:pt x="11752580" y="2607310"/>
                    <a:pt x="11747500" y="2608580"/>
                  </a:cubicBezTo>
                  <a:cubicBezTo>
                    <a:pt x="11742420" y="2608580"/>
                    <a:pt x="11733530" y="2611120"/>
                    <a:pt x="11732260" y="2611120"/>
                  </a:cubicBezTo>
                  <a:cubicBezTo>
                    <a:pt x="11732260" y="2611120"/>
                    <a:pt x="11649710" y="2623820"/>
                    <a:pt x="11648440" y="2625090"/>
                  </a:cubicBezTo>
                  <a:cubicBezTo>
                    <a:pt x="11648440" y="2625090"/>
                    <a:pt x="11649710" y="2625090"/>
                    <a:pt x="11649710" y="2625090"/>
                  </a:cubicBezTo>
                  <a:cubicBezTo>
                    <a:pt x="11649710" y="2626360"/>
                    <a:pt x="11652250" y="2631440"/>
                    <a:pt x="11658600" y="2633980"/>
                  </a:cubicBezTo>
                  <a:cubicBezTo>
                    <a:pt x="11700510" y="2651760"/>
                    <a:pt x="12150090" y="2645410"/>
                    <a:pt x="12250420" y="2647950"/>
                  </a:cubicBezTo>
                  <a:cubicBezTo>
                    <a:pt x="12284710" y="2647950"/>
                    <a:pt x="12301220" y="2663190"/>
                    <a:pt x="12320270" y="2647950"/>
                  </a:cubicBezTo>
                  <a:cubicBezTo>
                    <a:pt x="12357100" y="2617470"/>
                    <a:pt x="12368530" y="2442210"/>
                    <a:pt x="12378690" y="2367280"/>
                  </a:cubicBezTo>
                  <a:cubicBezTo>
                    <a:pt x="12385040" y="2319020"/>
                    <a:pt x="12407900" y="2266950"/>
                    <a:pt x="12386310" y="2245360"/>
                  </a:cubicBezTo>
                  <a:cubicBezTo>
                    <a:pt x="12359640" y="2218690"/>
                    <a:pt x="12269470" y="2254250"/>
                    <a:pt x="12197080" y="2254250"/>
                  </a:cubicBezTo>
                  <a:cubicBezTo>
                    <a:pt x="12101830" y="2252980"/>
                    <a:pt x="11963400" y="2246630"/>
                    <a:pt x="11866880" y="2235200"/>
                  </a:cubicBezTo>
                  <a:cubicBezTo>
                    <a:pt x="11789410" y="2226310"/>
                    <a:pt x="11733530" y="2193290"/>
                    <a:pt x="11661140" y="2199640"/>
                  </a:cubicBezTo>
                  <a:cubicBezTo>
                    <a:pt x="11574780" y="2207260"/>
                    <a:pt x="11386820" y="2297430"/>
                    <a:pt x="11386820" y="2297430"/>
                  </a:cubicBezTo>
                  <a:moveTo>
                    <a:pt x="11770360" y="1022350"/>
                  </a:moveTo>
                  <a:cubicBezTo>
                    <a:pt x="11953240" y="1003300"/>
                    <a:pt x="11951970" y="1003300"/>
                    <a:pt x="11951970" y="1003300"/>
                  </a:cubicBezTo>
                  <a:cubicBezTo>
                    <a:pt x="11949430" y="1002030"/>
                    <a:pt x="11866880" y="975360"/>
                    <a:pt x="11841480" y="980440"/>
                  </a:cubicBezTo>
                  <a:cubicBezTo>
                    <a:pt x="11826240" y="984250"/>
                    <a:pt x="11819890" y="996950"/>
                    <a:pt x="11808460" y="1004570"/>
                  </a:cubicBezTo>
                  <a:cubicBezTo>
                    <a:pt x="11795760" y="1010920"/>
                    <a:pt x="11770360" y="1022350"/>
                    <a:pt x="11770360" y="1022350"/>
                  </a:cubicBezTo>
                  <a:moveTo>
                    <a:pt x="12019280" y="1125220"/>
                  </a:moveTo>
                  <a:cubicBezTo>
                    <a:pt x="12141200" y="1167130"/>
                    <a:pt x="12100560" y="1088390"/>
                    <a:pt x="12078970" y="1084580"/>
                  </a:cubicBezTo>
                  <a:cubicBezTo>
                    <a:pt x="12061190" y="1080770"/>
                    <a:pt x="12019280" y="1125220"/>
                    <a:pt x="12019280" y="1125220"/>
                  </a:cubicBezTo>
                  <a:moveTo>
                    <a:pt x="12180570" y="2024380"/>
                  </a:moveTo>
                  <a:cubicBezTo>
                    <a:pt x="12245340" y="2025650"/>
                    <a:pt x="12376150" y="2037080"/>
                    <a:pt x="12401550" y="2011680"/>
                  </a:cubicBezTo>
                  <a:cubicBezTo>
                    <a:pt x="12415520" y="1997710"/>
                    <a:pt x="12416790" y="1955800"/>
                    <a:pt x="12405360" y="1948180"/>
                  </a:cubicBezTo>
                  <a:cubicBezTo>
                    <a:pt x="12390120" y="1935480"/>
                    <a:pt x="12325350" y="1976120"/>
                    <a:pt x="12287250" y="1988820"/>
                  </a:cubicBezTo>
                  <a:cubicBezTo>
                    <a:pt x="12250420" y="2001520"/>
                    <a:pt x="12180570" y="2024380"/>
                    <a:pt x="12180570" y="2024380"/>
                  </a:cubicBezTo>
                  <a:moveTo>
                    <a:pt x="12209780" y="3412490"/>
                  </a:moveTo>
                  <a:cubicBezTo>
                    <a:pt x="12683490" y="3211830"/>
                    <a:pt x="12915900" y="3081020"/>
                    <a:pt x="12910820" y="3064510"/>
                  </a:cubicBezTo>
                  <a:cubicBezTo>
                    <a:pt x="12908280" y="3056890"/>
                    <a:pt x="12868910" y="3068320"/>
                    <a:pt x="12832080" y="3072130"/>
                  </a:cubicBezTo>
                  <a:cubicBezTo>
                    <a:pt x="12746990" y="3079750"/>
                    <a:pt x="12473940" y="3058160"/>
                    <a:pt x="12404090" y="3108960"/>
                  </a:cubicBezTo>
                  <a:cubicBezTo>
                    <a:pt x="12365990" y="3136900"/>
                    <a:pt x="12378690" y="3183890"/>
                    <a:pt x="12354560" y="3225800"/>
                  </a:cubicBezTo>
                  <a:cubicBezTo>
                    <a:pt x="12321540" y="3282950"/>
                    <a:pt x="12209780" y="3412490"/>
                    <a:pt x="12209780" y="3412490"/>
                  </a:cubicBezTo>
                  <a:moveTo>
                    <a:pt x="12552680" y="2651760"/>
                  </a:moveTo>
                  <a:cubicBezTo>
                    <a:pt x="12885420" y="2659380"/>
                    <a:pt x="13023850" y="2674620"/>
                    <a:pt x="13138150" y="2679700"/>
                  </a:cubicBezTo>
                  <a:cubicBezTo>
                    <a:pt x="13241020" y="2684780"/>
                    <a:pt x="13412470" y="2689860"/>
                    <a:pt x="13432789" y="2689860"/>
                  </a:cubicBezTo>
                  <a:cubicBezTo>
                    <a:pt x="13434061" y="2689860"/>
                    <a:pt x="13434061" y="2691130"/>
                    <a:pt x="13435330" y="2689860"/>
                  </a:cubicBezTo>
                  <a:cubicBezTo>
                    <a:pt x="13439139" y="2688590"/>
                    <a:pt x="13442950" y="2686050"/>
                    <a:pt x="13450570" y="2678430"/>
                  </a:cubicBezTo>
                  <a:cubicBezTo>
                    <a:pt x="13479780" y="2646680"/>
                    <a:pt x="13653770" y="2458720"/>
                    <a:pt x="13651230" y="2379980"/>
                  </a:cubicBezTo>
                  <a:cubicBezTo>
                    <a:pt x="13648689" y="2326640"/>
                    <a:pt x="13585189" y="2293620"/>
                    <a:pt x="13545820" y="2247900"/>
                  </a:cubicBezTo>
                  <a:cubicBezTo>
                    <a:pt x="13500100" y="2194560"/>
                    <a:pt x="13451839" y="2137410"/>
                    <a:pt x="13388339" y="2081530"/>
                  </a:cubicBezTo>
                  <a:cubicBezTo>
                    <a:pt x="13308330" y="2011680"/>
                    <a:pt x="13178789" y="1920240"/>
                    <a:pt x="13096239" y="1869440"/>
                  </a:cubicBezTo>
                  <a:cubicBezTo>
                    <a:pt x="13039089" y="1833880"/>
                    <a:pt x="12995911" y="1795780"/>
                    <a:pt x="12945110" y="1789430"/>
                  </a:cubicBezTo>
                  <a:cubicBezTo>
                    <a:pt x="12898120" y="1784350"/>
                    <a:pt x="12837160" y="1818640"/>
                    <a:pt x="12805410" y="1826260"/>
                  </a:cubicBezTo>
                  <a:cubicBezTo>
                    <a:pt x="12790170" y="1830070"/>
                    <a:pt x="12772390" y="1826260"/>
                    <a:pt x="12768580" y="1835150"/>
                  </a:cubicBezTo>
                  <a:cubicBezTo>
                    <a:pt x="12762230" y="1858010"/>
                    <a:pt x="12931140" y="1958340"/>
                    <a:pt x="12923520" y="2016760"/>
                  </a:cubicBezTo>
                  <a:cubicBezTo>
                    <a:pt x="12914630" y="2086610"/>
                    <a:pt x="12683490" y="2198370"/>
                    <a:pt x="12639040" y="2216150"/>
                  </a:cubicBezTo>
                  <a:cubicBezTo>
                    <a:pt x="12627610" y="2219960"/>
                    <a:pt x="12621260" y="2212340"/>
                    <a:pt x="12614910" y="2219960"/>
                  </a:cubicBezTo>
                  <a:cubicBezTo>
                    <a:pt x="12598400" y="2236470"/>
                    <a:pt x="12614910" y="2320290"/>
                    <a:pt x="12608560" y="2379980"/>
                  </a:cubicBezTo>
                  <a:cubicBezTo>
                    <a:pt x="12598400" y="2458720"/>
                    <a:pt x="12552680" y="2651760"/>
                    <a:pt x="12552680" y="2651760"/>
                  </a:cubicBezTo>
                  <a:moveTo>
                    <a:pt x="12625070" y="1972310"/>
                  </a:moveTo>
                  <a:cubicBezTo>
                    <a:pt x="12686030" y="1955800"/>
                    <a:pt x="12633960" y="1940560"/>
                    <a:pt x="12625070" y="1946910"/>
                  </a:cubicBezTo>
                  <a:cubicBezTo>
                    <a:pt x="12619990" y="1951990"/>
                    <a:pt x="12625070" y="1972310"/>
                    <a:pt x="12625070" y="19723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24310" y="9978390"/>
            <a:ext cx="11184255" cy="2896552"/>
            <a:chOff x="0" y="0"/>
            <a:chExt cx="14912340" cy="3862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50800"/>
              <a:ext cx="14810753" cy="3759288"/>
            </a:xfrm>
            <a:custGeom>
              <a:avLst/>
              <a:gdLst/>
              <a:ahLst/>
              <a:cxnLst/>
              <a:rect r="r" b="b" t="t" l="l"/>
              <a:pathLst>
                <a:path h="3759288" w="14810753">
                  <a:moveTo>
                    <a:pt x="0" y="275590"/>
                  </a:moveTo>
                  <a:cubicBezTo>
                    <a:pt x="0" y="275590"/>
                    <a:pt x="2540" y="265430"/>
                    <a:pt x="3810" y="260350"/>
                  </a:cubicBezTo>
                  <a:cubicBezTo>
                    <a:pt x="5080" y="255270"/>
                    <a:pt x="7620" y="245110"/>
                    <a:pt x="7620" y="245110"/>
                  </a:cubicBezTo>
                  <a:cubicBezTo>
                    <a:pt x="7620" y="245110"/>
                    <a:pt x="11430" y="236220"/>
                    <a:pt x="13970" y="231140"/>
                  </a:cubicBezTo>
                  <a:cubicBezTo>
                    <a:pt x="16510" y="226060"/>
                    <a:pt x="20320" y="217170"/>
                    <a:pt x="20320" y="217170"/>
                  </a:cubicBezTo>
                  <a:cubicBezTo>
                    <a:pt x="21590" y="217170"/>
                    <a:pt x="27940" y="209550"/>
                    <a:pt x="30480" y="205740"/>
                  </a:cubicBezTo>
                  <a:cubicBezTo>
                    <a:pt x="34290" y="200660"/>
                    <a:pt x="40640" y="193040"/>
                    <a:pt x="40640" y="193040"/>
                  </a:cubicBezTo>
                  <a:cubicBezTo>
                    <a:pt x="40640" y="193040"/>
                    <a:pt x="49530" y="186690"/>
                    <a:pt x="53340" y="184150"/>
                  </a:cubicBezTo>
                  <a:cubicBezTo>
                    <a:pt x="58420" y="180340"/>
                    <a:pt x="66040" y="175260"/>
                    <a:pt x="66040" y="175260"/>
                  </a:cubicBezTo>
                  <a:cubicBezTo>
                    <a:pt x="66040" y="175260"/>
                    <a:pt x="76200" y="170180"/>
                    <a:pt x="81280" y="168910"/>
                  </a:cubicBezTo>
                  <a:cubicBezTo>
                    <a:pt x="86360" y="166370"/>
                    <a:pt x="95250" y="162560"/>
                    <a:pt x="95250" y="162560"/>
                  </a:cubicBezTo>
                  <a:cubicBezTo>
                    <a:pt x="95250" y="162560"/>
                    <a:pt x="105410" y="161290"/>
                    <a:pt x="110490" y="160020"/>
                  </a:cubicBezTo>
                  <a:cubicBezTo>
                    <a:pt x="115570" y="160020"/>
                    <a:pt x="125730" y="158750"/>
                    <a:pt x="127000" y="158750"/>
                  </a:cubicBezTo>
                  <a:cubicBezTo>
                    <a:pt x="127000" y="158750"/>
                    <a:pt x="245110" y="161290"/>
                    <a:pt x="304800" y="161290"/>
                  </a:cubicBezTo>
                  <a:cubicBezTo>
                    <a:pt x="365760" y="161290"/>
                    <a:pt x="424180" y="157480"/>
                    <a:pt x="490220" y="157480"/>
                  </a:cubicBezTo>
                  <a:cubicBezTo>
                    <a:pt x="566420" y="157480"/>
                    <a:pt x="643890" y="161290"/>
                    <a:pt x="735330" y="162560"/>
                  </a:cubicBezTo>
                  <a:cubicBezTo>
                    <a:pt x="852170" y="163830"/>
                    <a:pt x="1004570" y="163830"/>
                    <a:pt x="1134110" y="167640"/>
                  </a:cubicBezTo>
                  <a:cubicBezTo>
                    <a:pt x="1257300" y="170180"/>
                    <a:pt x="1361440" y="172720"/>
                    <a:pt x="1494790" y="177800"/>
                  </a:cubicBezTo>
                  <a:cubicBezTo>
                    <a:pt x="1661160" y="184150"/>
                    <a:pt x="1903730" y="193040"/>
                    <a:pt x="2051050" y="203200"/>
                  </a:cubicBezTo>
                  <a:cubicBezTo>
                    <a:pt x="2148840" y="210820"/>
                    <a:pt x="2202180" y="226060"/>
                    <a:pt x="2296160" y="227330"/>
                  </a:cubicBezTo>
                  <a:cubicBezTo>
                    <a:pt x="2425700" y="229870"/>
                    <a:pt x="2725420" y="217170"/>
                    <a:pt x="2754630" y="201930"/>
                  </a:cubicBezTo>
                  <a:cubicBezTo>
                    <a:pt x="2759710" y="199390"/>
                    <a:pt x="2758440" y="198120"/>
                    <a:pt x="2760980" y="195580"/>
                  </a:cubicBezTo>
                  <a:cubicBezTo>
                    <a:pt x="2763520" y="191770"/>
                    <a:pt x="2769870" y="184150"/>
                    <a:pt x="2769870" y="182880"/>
                  </a:cubicBezTo>
                  <a:cubicBezTo>
                    <a:pt x="2769870" y="182880"/>
                    <a:pt x="2777490" y="177800"/>
                    <a:pt x="2781300" y="173990"/>
                  </a:cubicBezTo>
                  <a:cubicBezTo>
                    <a:pt x="2785110" y="171450"/>
                    <a:pt x="2792730" y="165100"/>
                    <a:pt x="2792730" y="165100"/>
                  </a:cubicBezTo>
                  <a:cubicBezTo>
                    <a:pt x="2792730" y="165100"/>
                    <a:pt x="2801620" y="161290"/>
                    <a:pt x="2806700" y="158750"/>
                  </a:cubicBezTo>
                  <a:cubicBezTo>
                    <a:pt x="2810510" y="157480"/>
                    <a:pt x="2819400" y="152400"/>
                    <a:pt x="2820670" y="152400"/>
                  </a:cubicBezTo>
                  <a:cubicBezTo>
                    <a:pt x="2820670" y="152400"/>
                    <a:pt x="2829560" y="151130"/>
                    <a:pt x="2834640" y="149860"/>
                  </a:cubicBezTo>
                  <a:cubicBezTo>
                    <a:pt x="2839720" y="149860"/>
                    <a:pt x="2848610" y="147320"/>
                    <a:pt x="2849880" y="147320"/>
                  </a:cubicBezTo>
                  <a:cubicBezTo>
                    <a:pt x="2849880" y="147320"/>
                    <a:pt x="3063240" y="134620"/>
                    <a:pt x="3191510" y="124460"/>
                  </a:cubicBezTo>
                  <a:cubicBezTo>
                    <a:pt x="3355340" y="113030"/>
                    <a:pt x="3544570" y="90170"/>
                    <a:pt x="3749040" y="76200"/>
                  </a:cubicBezTo>
                  <a:cubicBezTo>
                    <a:pt x="3997960" y="57150"/>
                    <a:pt x="4307840" y="40640"/>
                    <a:pt x="4578350" y="30480"/>
                  </a:cubicBezTo>
                  <a:cubicBezTo>
                    <a:pt x="4837430" y="19050"/>
                    <a:pt x="5055870" y="7620"/>
                    <a:pt x="5341620" y="11430"/>
                  </a:cubicBezTo>
                  <a:cubicBezTo>
                    <a:pt x="5709920" y="15240"/>
                    <a:pt x="6210300" y="41910"/>
                    <a:pt x="6604000" y="69850"/>
                  </a:cubicBezTo>
                  <a:cubicBezTo>
                    <a:pt x="6951980" y="95250"/>
                    <a:pt x="7254240" y="118110"/>
                    <a:pt x="7586980" y="163830"/>
                  </a:cubicBezTo>
                  <a:cubicBezTo>
                    <a:pt x="7934960" y="212090"/>
                    <a:pt x="8445500" y="312420"/>
                    <a:pt x="8648700" y="355600"/>
                  </a:cubicBezTo>
                  <a:cubicBezTo>
                    <a:pt x="8731250" y="373380"/>
                    <a:pt x="8813800" y="406400"/>
                    <a:pt x="8821420" y="398780"/>
                  </a:cubicBezTo>
                  <a:cubicBezTo>
                    <a:pt x="8822690" y="397510"/>
                    <a:pt x="8820150" y="394970"/>
                    <a:pt x="8820150" y="392430"/>
                  </a:cubicBezTo>
                  <a:cubicBezTo>
                    <a:pt x="8818880" y="388620"/>
                    <a:pt x="8816340" y="377190"/>
                    <a:pt x="8816340" y="377190"/>
                  </a:cubicBezTo>
                  <a:cubicBezTo>
                    <a:pt x="8816340" y="377190"/>
                    <a:pt x="8817610" y="367030"/>
                    <a:pt x="8817610" y="361950"/>
                  </a:cubicBezTo>
                  <a:cubicBezTo>
                    <a:pt x="8817610" y="356870"/>
                    <a:pt x="8817610" y="346710"/>
                    <a:pt x="8817610" y="346710"/>
                  </a:cubicBezTo>
                  <a:cubicBezTo>
                    <a:pt x="8817610" y="346710"/>
                    <a:pt x="8821420" y="336550"/>
                    <a:pt x="8822690" y="331470"/>
                  </a:cubicBezTo>
                  <a:cubicBezTo>
                    <a:pt x="8823960" y="326390"/>
                    <a:pt x="8826500" y="317500"/>
                    <a:pt x="8826500" y="316230"/>
                  </a:cubicBezTo>
                  <a:cubicBezTo>
                    <a:pt x="8826500" y="316230"/>
                    <a:pt x="8832850" y="307340"/>
                    <a:pt x="8834120" y="303530"/>
                  </a:cubicBezTo>
                  <a:cubicBezTo>
                    <a:pt x="8835390" y="302260"/>
                    <a:pt x="8837930" y="300990"/>
                    <a:pt x="8836660" y="299720"/>
                  </a:cubicBezTo>
                  <a:cubicBezTo>
                    <a:pt x="8835390" y="293370"/>
                    <a:pt x="8779510" y="280670"/>
                    <a:pt x="8779510" y="280670"/>
                  </a:cubicBezTo>
                  <a:cubicBezTo>
                    <a:pt x="8778240" y="280670"/>
                    <a:pt x="8775700" y="278130"/>
                    <a:pt x="8770620" y="276860"/>
                  </a:cubicBezTo>
                  <a:cubicBezTo>
                    <a:pt x="8754110" y="271780"/>
                    <a:pt x="8672830" y="256540"/>
                    <a:pt x="8652510" y="251460"/>
                  </a:cubicBezTo>
                  <a:cubicBezTo>
                    <a:pt x="8644890" y="250190"/>
                    <a:pt x="8642350" y="248920"/>
                    <a:pt x="8637270" y="247650"/>
                  </a:cubicBezTo>
                  <a:cubicBezTo>
                    <a:pt x="8632190" y="245110"/>
                    <a:pt x="8623300" y="242570"/>
                    <a:pt x="8623300" y="242570"/>
                  </a:cubicBezTo>
                  <a:cubicBezTo>
                    <a:pt x="8623300" y="242570"/>
                    <a:pt x="8614410" y="237490"/>
                    <a:pt x="8609330" y="234950"/>
                  </a:cubicBezTo>
                  <a:cubicBezTo>
                    <a:pt x="8605520" y="232410"/>
                    <a:pt x="8596630" y="227330"/>
                    <a:pt x="8596630" y="226060"/>
                  </a:cubicBezTo>
                  <a:cubicBezTo>
                    <a:pt x="8596630" y="226060"/>
                    <a:pt x="8589010" y="219710"/>
                    <a:pt x="8586470" y="215900"/>
                  </a:cubicBezTo>
                  <a:cubicBezTo>
                    <a:pt x="8582660" y="212090"/>
                    <a:pt x="8575040" y="204470"/>
                    <a:pt x="8575040" y="204470"/>
                  </a:cubicBezTo>
                  <a:cubicBezTo>
                    <a:pt x="8575040" y="204470"/>
                    <a:pt x="8569960" y="195580"/>
                    <a:pt x="8567420" y="191770"/>
                  </a:cubicBezTo>
                  <a:cubicBezTo>
                    <a:pt x="8564880" y="187960"/>
                    <a:pt x="8559800" y="179070"/>
                    <a:pt x="8559800" y="179070"/>
                  </a:cubicBezTo>
                  <a:cubicBezTo>
                    <a:pt x="8558530" y="177800"/>
                    <a:pt x="8555990" y="168910"/>
                    <a:pt x="8554720" y="163830"/>
                  </a:cubicBezTo>
                  <a:cubicBezTo>
                    <a:pt x="8553450" y="158750"/>
                    <a:pt x="8549640" y="149860"/>
                    <a:pt x="8549640" y="149860"/>
                  </a:cubicBezTo>
                  <a:cubicBezTo>
                    <a:pt x="8549640" y="148590"/>
                    <a:pt x="8549640" y="138430"/>
                    <a:pt x="8549640" y="133350"/>
                  </a:cubicBezTo>
                  <a:cubicBezTo>
                    <a:pt x="8548370" y="128270"/>
                    <a:pt x="8548370" y="119380"/>
                    <a:pt x="8548370" y="118110"/>
                  </a:cubicBezTo>
                  <a:cubicBezTo>
                    <a:pt x="8548370" y="118110"/>
                    <a:pt x="8549640" y="107950"/>
                    <a:pt x="8550910" y="104140"/>
                  </a:cubicBezTo>
                  <a:cubicBezTo>
                    <a:pt x="8552180" y="99060"/>
                    <a:pt x="8553450" y="88900"/>
                    <a:pt x="8553450" y="88900"/>
                  </a:cubicBezTo>
                  <a:cubicBezTo>
                    <a:pt x="8553450" y="87630"/>
                    <a:pt x="8558530" y="78740"/>
                    <a:pt x="8559800" y="74930"/>
                  </a:cubicBezTo>
                  <a:cubicBezTo>
                    <a:pt x="8562340" y="69850"/>
                    <a:pt x="8566150" y="60960"/>
                    <a:pt x="8566150" y="60960"/>
                  </a:cubicBezTo>
                  <a:cubicBezTo>
                    <a:pt x="8566150" y="59690"/>
                    <a:pt x="8572500" y="52070"/>
                    <a:pt x="8576310" y="48260"/>
                  </a:cubicBezTo>
                  <a:cubicBezTo>
                    <a:pt x="8578850" y="44450"/>
                    <a:pt x="8585200" y="36830"/>
                    <a:pt x="8585200" y="36830"/>
                  </a:cubicBezTo>
                  <a:cubicBezTo>
                    <a:pt x="8585200" y="36830"/>
                    <a:pt x="8594090" y="30480"/>
                    <a:pt x="8597900" y="26670"/>
                  </a:cubicBezTo>
                  <a:cubicBezTo>
                    <a:pt x="8601710" y="24130"/>
                    <a:pt x="8609330" y="17780"/>
                    <a:pt x="8609330" y="17780"/>
                  </a:cubicBezTo>
                  <a:cubicBezTo>
                    <a:pt x="8609330" y="17780"/>
                    <a:pt x="8619490" y="12700"/>
                    <a:pt x="8623300" y="11430"/>
                  </a:cubicBezTo>
                  <a:cubicBezTo>
                    <a:pt x="8628380" y="8890"/>
                    <a:pt x="8637270" y="5080"/>
                    <a:pt x="8637270" y="5080"/>
                  </a:cubicBezTo>
                  <a:cubicBezTo>
                    <a:pt x="8637270" y="5080"/>
                    <a:pt x="8647430" y="2540"/>
                    <a:pt x="8652510" y="2540"/>
                  </a:cubicBezTo>
                  <a:cubicBezTo>
                    <a:pt x="8657590" y="1270"/>
                    <a:pt x="8667750" y="0"/>
                    <a:pt x="8667750" y="0"/>
                  </a:cubicBezTo>
                  <a:cubicBezTo>
                    <a:pt x="8667750" y="0"/>
                    <a:pt x="8677910" y="0"/>
                    <a:pt x="8682990" y="0"/>
                  </a:cubicBezTo>
                  <a:cubicBezTo>
                    <a:pt x="8688070" y="1270"/>
                    <a:pt x="8698230" y="1270"/>
                    <a:pt x="8698230" y="1270"/>
                  </a:cubicBezTo>
                  <a:cubicBezTo>
                    <a:pt x="8699500" y="1270"/>
                    <a:pt x="9048750" y="12700"/>
                    <a:pt x="9216390" y="25400"/>
                  </a:cubicBezTo>
                  <a:cubicBezTo>
                    <a:pt x="9375140" y="38100"/>
                    <a:pt x="9505950" y="48260"/>
                    <a:pt x="9678670" y="74930"/>
                  </a:cubicBezTo>
                  <a:cubicBezTo>
                    <a:pt x="9902190" y="109220"/>
                    <a:pt x="10290810" y="195580"/>
                    <a:pt x="10445750" y="232410"/>
                  </a:cubicBezTo>
                  <a:cubicBezTo>
                    <a:pt x="10511790" y="248920"/>
                    <a:pt x="10530840" y="269240"/>
                    <a:pt x="10587990" y="271780"/>
                  </a:cubicBezTo>
                  <a:cubicBezTo>
                    <a:pt x="10670540" y="276860"/>
                    <a:pt x="10805160" y="224790"/>
                    <a:pt x="10891520" y="220980"/>
                  </a:cubicBezTo>
                  <a:cubicBezTo>
                    <a:pt x="10953750" y="218440"/>
                    <a:pt x="10995660" y="234950"/>
                    <a:pt x="11052810" y="236220"/>
                  </a:cubicBezTo>
                  <a:cubicBezTo>
                    <a:pt x="11116310" y="237490"/>
                    <a:pt x="11170920" y="220980"/>
                    <a:pt x="11256010" y="223520"/>
                  </a:cubicBezTo>
                  <a:cubicBezTo>
                    <a:pt x="11398250" y="228600"/>
                    <a:pt x="11654790" y="271780"/>
                    <a:pt x="11830050" y="302260"/>
                  </a:cubicBezTo>
                  <a:cubicBezTo>
                    <a:pt x="11978640" y="327660"/>
                    <a:pt x="12106910" y="351790"/>
                    <a:pt x="12237720" y="387350"/>
                  </a:cubicBezTo>
                  <a:cubicBezTo>
                    <a:pt x="12365990" y="422910"/>
                    <a:pt x="12607290" y="518160"/>
                    <a:pt x="12611100" y="513080"/>
                  </a:cubicBezTo>
                  <a:cubicBezTo>
                    <a:pt x="12611100" y="511810"/>
                    <a:pt x="12608560" y="510540"/>
                    <a:pt x="12606020" y="508000"/>
                  </a:cubicBezTo>
                  <a:cubicBezTo>
                    <a:pt x="12603480" y="505460"/>
                    <a:pt x="12595860" y="496570"/>
                    <a:pt x="12595860" y="496570"/>
                  </a:cubicBezTo>
                  <a:cubicBezTo>
                    <a:pt x="12595860" y="496570"/>
                    <a:pt x="12590780" y="487680"/>
                    <a:pt x="12588240" y="482600"/>
                  </a:cubicBezTo>
                  <a:cubicBezTo>
                    <a:pt x="12585700" y="478790"/>
                    <a:pt x="12581890" y="469900"/>
                    <a:pt x="12580620" y="468630"/>
                  </a:cubicBezTo>
                  <a:cubicBezTo>
                    <a:pt x="12580620" y="468630"/>
                    <a:pt x="12578080" y="459740"/>
                    <a:pt x="12576810" y="454660"/>
                  </a:cubicBezTo>
                  <a:cubicBezTo>
                    <a:pt x="12575540" y="449580"/>
                    <a:pt x="12573000" y="439420"/>
                    <a:pt x="12573000" y="439420"/>
                  </a:cubicBezTo>
                  <a:cubicBezTo>
                    <a:pt x="12573000" y="439420"/>
                    <a:pt x="12573000" y="429260"/>
                    <a:pt x="12573000" y="422910"/>
                  </a:cubicBezTo>
                  <a:cubicBezTo>
                    <a:pt x="12573000" y="417830"/>
                    <a:pt x="12573000" y="407670"/>
                    <a:pt x="12573000" y="407670"/>
                  </a:cubicBezTo>
                  <a:cubicBezTo>
                    <a:pt x="12573000" y="407670"/>
                    <a:pt x="12575540" y="397510"/>
                    <a:pt x="12576810" y="392430"/>
                  </a:cubicBezTo>
                  <a:cubicBezTo>
                    <a:pt x="12578080" y="387350"/>
                    <a:pt x="12579350" y="377190"/>
                    <a:pt x="12579350" y="377190"/>
                  </a:cubicBezTo>
                  <a:cubicBezTo>
                    <a:pt x="12579350" y="377190"/>
                    <a:pt x="12584430" y="368300"/>
                    <a:pt x="12586970" y="363220"/>
                  </a:cubicBezTo>
                  <a:cubicBezTo>
                    <a:pt x="12589510" y="359410"/>
                    <a:pt x="12593320" y="349250"/>
                    <a:pt x="12594590" y="349250"/>
                  </a:cubicBezTo>
                  <a:cubicBezTo>
                    <a:pt x="12594590" y="349250"/>
                    <a:pt x="12600940" y="341630"/>
                    <a:pt x="12604750" y="337820"/>
                  </a:cubicBezTo>
                  <a:cubicBezTo>
                    <a:pt x="12607290" y="334010"/>
                    <a:pt x="12613640" y="326390"/>
                    <a:pt x="12614910" y="326390"/>
                  </a:cubicBezTo>
                  <a:cubicBezTo>
                    <a:pt x="12614910" y="326390"/>
                    <a:pt x="12622530" y="320040"/>
                    <a:pt x="12627610" y="317500"/>
                  </a:cubicBezTo>
                  <a:cubicBezTo>
                    <a:pt x="12631420" y="313690"/>
                    <a:pt x="12639040" y="308610"/>
                    <a:pt x="12640310" y="307340"/>
                  </a:cubicBezTo>
                  <a:cubicBezTo>
                    <a:pt x="12640310" y="307340"/>
                    <a:pt x="12649200" y="303530"/>
                    <a:pt x="12654280" y="302260"/>
                  </a:cubicBezTo>
                  <a:cubicBezTo>
                    <a:pt x="12659360" y="299720"/>
                    <a:pt x="12668250" y="295910"/>
                    <a:pt x="12668250" y="295910"/>
                  </a:cubicBezTo>
                  <a:cubicBezTo>
                    <a:pt x="12669520" y="295910"/>
                    <a:pt x="12679680" y="294640"/>
                    <a:pt x="12684760" y="294640"/>
                  </a:cubicBezTo>
                  <a:cubicBezTo>
                    <a:pt x="12689840" y="293370"/>
                    <a:pt x="12700000" y="292100"/>
                    <a:pt x="12700000" y="292100"/>
                  </a:cubicBezTo>
                  <a:cubicBezTo>
                    <a:pt x="12700000" y="292100"/>
                    <a:pt x="12710160" y="293370"/>
                    <a:pt x="12715240" y="293370"/>
                  </a:cubicBezTo>
                  <a:cubicBezTo>
                    <a:pt x="12720320" y="294640"/>
                    <a:pt x="12730480" y="295910"/>
                    <a:pt x="12730480" y="295910"/>
                  </a:cubicBezTo>
                  <a:cubicBezTo>
                    <a:pt x="12730480" y="295910"/>
                    <a:pt x="12740640" y="298450"/>
                    <a:pt x="12745720" y="300990"/>
                  </a:cubicBezTo>
                  <a:cubicBezTo>
                    <a:pt x="12750800" y="302260"/>
                    <a:pt x="12759690" y="306070"/>
                    <a:pt x="12759690" y="306070"/>
                  </a:cubicBezTo>
                  <a:cubicBezTo>
                    <a:pt x="12759690" y="306070"/>
                    <a:pt x="12768580" y="312420"/>
                    <a:pt x="12772390" y="314960"/>
                  </a:cubicBezTo>
                  <a:cubicBezTo>
                    <a:pt x="12777470" y="317500"/>
                    <a:pt x="12786360" y="323850"/>
                    <a:pt x="12786360" y="323850"/>
                  </a:cubicBezTo>
                  <a:cubicBezTo>
                    <a:pt x="12787630" y="323850"/>
                    <a:pt x="13067030" y="387350"/>
                    <a:pt x="13194030" y="429260"/>
                  </a:cubicBezTo>
                  <a:cubicBezTo>
                    <a:pt x="13309600" y="467360"/>
                    <a:pt x="13407389" y="508000"/>
                    <a:pt x="13517880" y="561340"/>
                  </a:cubicBezTo>
                  <a:cubicBezTo>
                    <a:pt x="13642339" y="623570"/>
                    <a:pt x="13780770" y="707390"/>
                    <a:pt x="13902689" y="784860"/>
                  </a:cubicBezTo>
                  <a:cubicBezTo>
                    <a:pt x="14016989" y="858520"/>
                    <a:pt x="14131289" y="943610"/>
                    <a:pt x="14226539" y="1017270"/>
                  </a:cubicBezTo>
                  <a:cubicBezTo>
                    <a:pt x="14305280" y="1078230"/>
                    <a:pt x="14373861" y="1131570"/>
                    <a:pt x="14437361" y="1192530"/>
                  </a:cubicBezTo>
                  <a:cubicBezTo>
                    <a:pt x="14495780" y="1249680"/>
                    <a:pt x="14552930" y="1311910"/>
                    <a:pt x="14596111" y="1369060"/>
                  </a:cubicBezTo>
                  <a:cubicBezTo>
                    <a:pt x="14632939" y="1417320"/>
                    <a:pt x="14668500" y="1457960"/>
                    <a:pt x="14685011" y="1511300"/>
                  </a:cubicBezTo>
                  <a:cubicBezTo>
                    <a:pt x="14701520" y="1568450"/>
                    <a:pt x="14701520" y="1651000"/>
                    <a:pt x="14688820" y="1704340"/>
                  </a:cubicBezTo>
                  <a:cubicBezTo>
                    <a:pt x="14679930" y="1743710"/>
                    <a:pt x="14632939" y="1764030"/>
                    <a:pt x="14635480" y="1802130"/>
                  </a:cubicBezTo>
                  <a:cubicBezTo>
                    <a:pt x="14640561" y="1864360"/>
                    <a:pt x="14809470" y="1960880"/>
                    <a:pt x="14810739" y="2033270"/>
                  </a:cubicBezTo>
                  <a:cubicBezTo>
                    <a:pt x="14812011" y="2098040"/>
                    <a:pt x="14725650" y="2199640"/>
                    <a:pt x="14682470" y="2218690"/>
                  </a:cubicBezTo>
                  <a:cubicBezTo>
                    <a:pt x="14655800" y="2228850"/>
                    <a:pt x="14618970" y="2190750"/>
                    <a:pt x="14603730" y="2204720"/>
                  </a:cubicBezTo>
                  <a:cubicBezTo>
                    <a:pt x="14575789" y="2228850"/>
                    <a:pt x="14608811" y="2360930"/>
                    <a:pt x="14608811" y="2430780"/>
                  </a:cubicBezTo>
                  <a:cubicBezTo>
                    <a:pt x="14610080" y="2490470"/>
                    <a:pt x="14611350" y="2542540"/>
                    <a:pt x="14608811" y="2599690"/>
                  </a:cubicBezTo>
                  <a:cubicBezTo>
                    <a:pt x="14606270" y="2658110"/>
                    <a:pt x="14599920" y="2719070"/>
                    <a:pt x="14593570" y="2776220"/>
                  </a:cubicBezTo>
                  <a:cubicBezTo>
                    <a:pt x="14587220" y="2832100"/>
                    <a:pt x="14583411" y="2880360"/>
                    <a:pt x="14573250" y="2938780"/>
                  </a:cubicBezTo>
                  <a:cubicBezTo>
                    <a:pt x="14563089" y="3006090"/>
                    <a:pt x="14547850" y="3093720"/>
                    <a:pt x="14528800" y="3158490"/>
                  </a:cubicBezTo>
                  <a:cubicBezTo>
                    <a:pt x="14512289" y="3211830"/>
                    <a:pt x="14494511" y="3252470"/>
                    <a:pt x="14471650" y="3300730"/>
                  </a:cubicBezTo>
                  <a:cubicBezTo>
                    <a:pt x="14444980" y="3354070"/>
                    <a:pt x="14418311" y="3412490"/>
                    <a:pt x="14376400" y="3467100"/>
                  </a:cubicBezTo>
                  <a:cubicBezTo>
                    <a:pt x="14328139" y="3531870"/>
                    <a:pt x="14257020" y="3615690"/>
                    <a:pt x="14190980" y="3658870"/>
                  </a:cubicBezTo>
                  <a:cubicBezTo>
                    <a:pt x="14133830" y="3694430"/>
                    <a:pt x="14075411" y="3707130"/>
                    <a:pt x="14009370" y="3723640"/>
                  </a:cubicBezTo>
                  <a:cubicBezTo>
                    <a:pt x="13930630" y="3742690"/>
                    <a:pt x="13831570" y="3756660"/>
                    <a:pt x="13749020" y="3759200"/>
                  </a:cubicBezTo>
                  <a:cubicBezTo>
                    <a:pt x="13675361" y="3760470"/>
                    <a:pt x="13614400" y="3747770"/>
                    <a:pt x="13538200" y="3740150"/>
                  </a:cubicBezTo>
                  <a:cubicBezTo>
                    <a:pt x="13450570" y="3731260"/>
                    <a:pt x="13341350" y="3718560"/>
                    <a:pt x="13252450" y="3707130"/>
                  </a:cubicBezTo>
                  <a:cubicBezTo>
                    <a:pt x="13177520" y="3698240"/>
                    <a:pt x="13114020" y="3688080"/>
                    <a:pt x="13041630" y="3679190"/>
                  </a:cubicBezTo>
                  <a:cubicBezTo>
                    <a:pt x="12961620" y="3670300"/>
                    <a:pt x="12879070" y="3661410"/>
                    <a:pt x="12792710" y="3655060"/>
                  </a:cubicBezTo>
                  <a:cubicBezTo>
                    <a:pt x="12697460" y="3648710"/>
                    <a:pt x="12581890" y="3641090"/>
                    <a:pt x="12491720" y="3641090"/>
                  </a:cubicBezTo>
                  <a:cubicBezTo>
                    <a:pt x="12416790" y="3641090"/>
                    <a:pt x="12358370" y="3644900"/>
                    <a:pt x="12287250" y="3651250"/>
                  </a:cubicBezTo>
                  <a:cubicBezTo>
                    <a:pt x="12212320" y="3656330"/>
                    <a:pt x="12131040" y="3665220"/>
                    <a:pt x="12054840" y="3676650"/>
                  </a:cubicBezTo>
                  <a:cubicBezTo>
                    <a:pt x="11978640" y="3688080"/>
                    <a:pt x="11901170" y="3721100"/>
                    <a:pt x="11828780" y="3719830"/>
                  </a:cubicBezTo>
                  <a:cubicBezTo>
                    <a:pt x="11762740" y="3718560"/>
                    <a:pt x="11697970" y="3705860"/>
                    <a:pt x="11638280" y="3675380"/>
                  </a:cubicBezTo>
                  <a:cubicBezTo>
                    <a:pt x="11570970" y="3642360"/>
                    <a:pt x="11510010" y="3573780"/>
                    <a:pt x="11449050" y="3521710"/>
                  </a:cubicBezTo>
                  <a:cubicBezTo>
                    <a:pt x="11390630" y="3470910"/>
                    <a:pt x="11343640" y="3426460"/>
                    <a:pt x="11282680" y="3368040"/>
                  </a:cubicBezTo>
                  <a:cubicBezTo>
                    <a:pt x="11202670" y="3293110"/>
                    <a:pt x="11106150" y="3191510"/>
                    <a:pt x="11015980" y="3107690"/>
                  </a:cubicBezTo>
                  <a:cubicBezTo>
                    <a:pt x="10924540" y="3022600"/>
                    <a:pt x="10821670" y="2936240"/>
                    <a:pt x="10734040" y="2860040"/>
                  </a:cubicBezTo>
                  <a:cubicBezTo>
                    <a:pt x="10660380" y="2795270"/>
                    <a:pt x="10584180" y="2720340"/>
                    <a:pt x="10525760" y="2680970"/>
                  </a:cubicBezTo>
                  <a:cubicBezTo>
                    <a:pt x="10490200" y="2658110"/>
                    <a:pt x="10466070" y="2654300"/>
                    <a:pt x="10431780" y="2635250"/>
                  </a:cubicBezTo>
                  <a:cubicBezTo>
                    <a:pt x="10387330" y="2611120"/>
                    <a:pt x="10335260" y="2567940"/>
                    <a:pt x="10284460" y="2545080"/>
                  </a:cubicBezTo>
                  <a:cubicBezTo>
                    <a:pt x="10236200" y="2524760"/>
                    <a:pt x="10194290" y="2526030"/>
                    <a:pt x="10135870" y="2501900"/>
                  </a:cubicBezTo>
                  <a:cubicBezTo>
                    <a:pt x="10036810" y="2462530"/>
                    <a:pt x="9782810" y="2313940"/>
                    <a:pt x="9761220" y="2306320"/>
                  </a:cubicBezTo>
                  <a:cubicBezTo>
                    <a:pt x="9759950" y="2306320"/>
                    <a:pt x="9761220" y="2306320"/>
                    <a:pt x="9758680" y="2306320"/>
                  </a:cubicBezTo>
                  <a:cubicBezTo>
                    <a:pt x="9734550" y="2302510"/>
                    <a:pt x="9455150" y="2252980"/>
                    <a:pt x="9281160" y="2209800"/>
                  </a:cubicBezTo>
                  <a:cubicBezTo>
                    <a:pt x="9065260" y="2156460"/>
                    <a:pt x="8787130" y="2065020"/>
                    <a:pt x="8567420" y="1998980"/>
                  </a:cubicBezTo>
                  <a:cubicBezTo>
                    <a:pt x="8375650" y="1941830"/>
                    <a:pt x="8181340" y="1879600"/>
                    <a:pt x="8031480" y="1833880"/>
                  </a:cubicBezTo>
                  <a:cubicBezTo>
                    <a:pt x="7924800" y="1800860"/>
                    <a:pt x="7764780" y="1732280"/>
                    <a:pt x="7755890" y="1748790"/>
                  </a:cubicBezTo>
                  <a:cubicBezTo>
                    <a:pt x="7748270" y="1762760"/>
                    <a:pt x="7874000" y="1866900"/>
                    <a:pt x="7904480" y="1884680"/>
                  </a:cubicBezTo>
                  <a:cubicBezTo>
                    <a:pt x="7914640" y="1889760"/>
                    <a:pt x="7914640" y="1887220"/>
                    <a:pt x="7927340" y="1892300"/>
                  </a:cubicBezTo>
                  <a:cubicBezTo>
                    <a:pt x="7981950" y="1908810"/>
                    <a:pt x="8213090" y="1978660"/>
                    <a:pt x="8350250" y="2025650"/>
                  </a:cubicBezTo>
                  <a:cubicBezTo>
                    <a:pt x="8482330" y="2071370"/>
                    <a:pt x="8737600" y="2167890"/>
                    <a:pt x="8737600" y="2169160"/>
                  </a:cubicBezTo>
                  <a:cubicBezTo>
                    <a:pt x="8738870" y="2169160"/>
                    <a:pt x="8747760" y="2172970"/>
                    <a:pt x="8751570" y="2174240"/>
                  </a:cubicBezTo>
                  <a:cubicBezTo>
                    <a:pt x="8756650" y="2176780"/>
                    <a:pt x="8765540" y="2180590"/>
                    <a:pt x="8765540" y="2180590"/>
                  </a:cubicBezTo>
                  <a:cubicBezTo>
                    <a:pt x="8766810" y="2180590"/>
                    <a:pt x="8774430" y="2186940"/>
                    <a:pt x="8778240" y="2190750"/>
                  </a:cubicBezTo>
                  <a:cubicBezTo>
                    <a:pt x="8782050" y="2193290"/>
                    <a:pt x="8789670" y="2199640"/>
                    <a:pt x="8789670" y="2199640"/>
                  </a:cubicBezTo>
                  <a:cubicBezTo>
                    <a:pt x="8790940" y="2199640"/>
                    <a:pt x="8796020" y="2207260"/>
                    <a:pt x="8799830" y="2211070"/>
                  </a:cubicBezTo>
                  <a:cubicBezTo>
                    <a:pt x="8802370" y="2216150"/>
                    <a:pt x="8808720" y="2223770"/>
                    <a:pt x="8808720" y="2223770"/>
                  </a:cubicBezTo>
                  <a:cubicBezTo>
                    <a:pt x="8808720" y="2223770"/>
                    <a:pt x="8813800" y="2232660"/>
                    <a:pt x="8815070" y="2237740"/>
                  </a:cubicBezTo>
                  <a:cubicBezTo>
                    <a:pt x="8817610" y="2242820"/>
                    <a:pt x="8821420" y="2251710"/>
                    <a:pt x="8821420" y="2251710"/>
                  </a:cubicBezTo>
                  <a:cubicBezTo>
                    <a:pt x="8821420" y="2251710"/>
                    <a:pt x="8823960" y="2261870"/>
                    <a:pt x="8825230" y="2266950"/>
                  </a:cubicBezTo>
                  <a:cubicBezTo>
                    <a:pt x="8825230" y="2272030"/>
                    <a:pt x="8827770" y="2280920"/>
                    <a:pt x="8827770" y="2280920"/>
                  </a:cubicBezTo>
                  <a:cubicBezTo>
                    <a:pt x="8827770" y="2282190"/>
                    <a:pt x="8826500" y="2291080"/>
                    <a:pt x="8826500" y="2296160"/>
                  </a:cubicBezTo>
                  <a:cubicBezTo>
                    <a:pt x="8826500" y="2301240"/>
                    <a:pt x="8825230" y="2311400"/>
                    <a:pt x="8825230" y="2311400"/>
                  </a:cubicBezTo>
                  <a:cubicBezTo>
                    <a:pt x="8825230" y="2312670"/>
                    <a:pt x="8822690" y="2321560"/>
                    <a:pt x="8821420" y="2326640"/>
                  </a:cubicBezTo>
                  <a:cubicBezTo>
                    <a:pt x="8820150" y="2331720"/>
                    <a:pt x="8816340" y="2340610"/>
                    <a:pt x="8816340" y="2340610"/>
                  </a:cubicBezTo>
                  <a:cubicBezTo>
                    <a:pt x="8816340" y="2341880"/>
                    <a:pt x="8811260" y="2349500"/>
                    <a:pt x="8808720" y="2354580"/>
                  </a:cubicBezTo>
                  <a:cubicBezTo>
                    <a:pt x="8806180" y="2358390"/>
                    <a:pt x="8801100" y="2367280"/>
                    <a:pt x="8801100" y="2367280"/>
                  </a:cubicBezTo>
                  <a:cubicBezTo>
                    <a:pt x="8801100" y="2367280"/>
                    <a:pt x="8793480" y="2374900"/>
                    <a:pt x="8789670" y="2378710"/>
                  </a:cubicBezTo>
                  <a:cubicBezTo>
                    <a:pt x="8787130" y="2381250"/>
                    <a:pt x="8779510" y="2388870"/>
                    <a:pt x="8779510" y="2388870"/>
                  </a:cubicBezTo>
                  <a:cubicBezTo>
                    <a:pt x="8779510" y="2388870"/>
                    <a:pt x="8770620" y="2393950"/>
                    <a:pt x="8766810" y="2396490"/>
                  </a:cubicBezTo>
                  <a:cubicBezTo>
                    <a:pt x="8761730" y="2399030"/>
                    <a:pt x="8754110" y="2405380"/>
                    <a:pt x="8752840" y="2405380"/>
                  </a:cubicBezTo>
                  <a:cubicBezTo>
                    <a:pt x="8752840" y="2405380"/>
                    <a:pt x="8743950" y="2407920"/>
                    <a:pt x="8738870" y="2409190"/>
                  </a:cubicBezTo>
                  <a:cubicBezTo>
                    <a:pt x="8733790" y="2410460"/>
                    <a:pt x="8724900" y="2414270"/>
                    <a:pt x="8724900" y="2414270"/>
                  </a:cubicBezTo>
                  <a:cubicBezTo>
                    <a:pt x="8723630" y="2414270"/>
                    <a:pt x="8714740" y="2414270"/>
                    <a:pt x="8709660" y="2415540"/>
                  </a:cubicBezTo>
                  <a:cubicBezTo>
                    <a:pt x="8704580" y="2415540"/>
                    <a:pt x="8694420" y="2415540"/>
                    <a:pt x="8694420" y="2415540"/>
                  </a:cubicBezTo>
                  <a:cubicBezTo>
                    <a:pt x="8693150" y="2415540"/>
                    <a:pt x="8684260" y="2414270"/>
                    <a:pt x="8679180" y="2413000"/>
                  </a:cubicBezTo>
                  <a:cubicBezTo>
                    <a:pt x="8674100" y="2413000"/>
                    <a:pt x="8663940" y="2410460"/>
                    <a:pt x="8663940" y="2410460"/>
                  </a:cubicBezTo>
                  <a:cubicBezTo>
                    <a:pt x="8662670" y="2410460"/>
                    <a:pt x="8563610" y="2373630"/>
                    <a:pt x="8507730" y="2355850"/>
                  </a:cubicBezTo>
                  <a:cubicBezTo>
                    <a:pt x="8445500" y="2334260"/>
                    <a:pt x="8369300" y="2310130"/>
                    <a:pt x="8307070" y="2292350"/>
                  </a:cubicBezTo>
                  <a:cubicBezTo>
                    <a:pt x="8252460" y="2275840"/>
                    <a:pt x="8171180" y="2247900"/>
                    <a:pt x="8155940" y="2251710"/>
                  </a:cubicBezTo>
                  <a:cubicBezTo>
                    <a:pt x="8152130" y="2251710"/>
                    <a:pt x="8153400" y="2254250"/>
                    <a:pt x="8150860" y="2255520"/>
                  </a:cubicBezTo>
                  <a:cubicBezTo>
                    <a:pt x="8147050" y="2258060"/>
                    <a:pt x="8139430" y="2264410"/>
                    <a:pt x="8138160" y="2265680"/>
                  </a:cubicBezTo>
                  <a:cubicBezTo>
                    <a:pt x="8138160" y="2265680"/>
                    <a:pt x="8129270" y="2269490"/>
                    <a:pt x="8124190" y="2272030"/>
                  </a:cubicBezTo>
                  <a:cubicBezTo>
                    <a:pt x="8120380" y="2273300"/>
                    <a:pt x="8111490" y="2278380"/>
                    <a:pt x="8110220" y="2278380"/>
                  </a:cubicBezTo>
                  <a:cubicBezTo>
                    <a:pt x="8110220" y="2278380"/>
                    <a:pt x="8100060" y="2279650"/>
                    <a:pt x="8094980" y="2280920"/>
                  </a:cubicBezTo>
                  <a:cubicBezTo>
                    <a:pt x="8089900" y="2282190"/>
                    <a:pt x="8081010" y="2284730"/>
                    <a:pt x="8079740" y="2284730"/>
                  </a:cubicBezTo>
                  <a:cubicBezTo>
                    <a:pt x="8079740" y="2284730"/>
                    <a:pt x="7975600" y="2288540"/>
                    <a:pt x="7917180" y="2288540"/>
                  </a:cubicBezTo>
                  <a:cubicBezTo>
                    <a:pt x="7852410" y="2288540"/>
                    <a:pt x="7782560" y="2287270"/>
                    <a:pt x="7710170" y="2280920"/>
                  </a:cubicBezTo>
                  <a:cubicBezTo>
                    <a:pt x="7628890" y="2274570"/>
                    <a:pt x="7548880" y="2263140"/>
                    <a:pt x="7456170" y="2249170"/>
                  </a:cubicBezTo>
                  <a:cubicBezTo>
                    <a:pt x="7341870" y="2231390"/>
                    <a:pt x="7197090" y="2203450"/>
                    <a:pt x="7073900" y="2183130"/>
                  </a:cubicBezTo>
                  <a:cubicBezTo>
                    <a:pt x="6960870" y="2164080"/>
                    <a:pt x="6863080" y="2148840"/>
                    <a:pt x="6746240" y="2129790"/>
                  </a:cubicBezTo>
                  <a:cubicBezTo>
                    <a:pt x="6609080" y="2108200"/>
                    <a:pt x="6447790" y="2086610"/>
                    <a:pt x="6303010" y="2061210"/>
                  </a:cubicBezTo>
                  <a:cubicBezTo>
                    <a:pt x="6159500" y="2035810"/>
                    <a:pt x="6017260" y="1988820"/>
                    <a:pt x="5880100" y="1977390"/>
                  </a:cubicBezTo>
                  <a:cubicBezTo>
                    <a:pt x="5754370" y="1967230"/>
                    <a:pt x="5514340" y="1986280"/>
                    <a:pt x="5514340" y="1991360"/>
                  </a:cubicBezTo>
                  <a:cubicBezTo>
                    <a:pt x="5514340" y="1992630"/>
                    <a:pt x="5532120" y="1992630"/>
                    <a:pt x="5549900" y="1995170"/>
                  </a:cubicBezTo>
                  <a:cubicBezTo>
                    <a:pt x="5609590" y="2002790"/>
                    <a:pt x="5793740" y="2033270"/>
                    <a:pt x="5930900" y="2054860"/>
                  </a:cubicBezTo>
                  <a:cubicBezTo>
                    <a:pt x="6090920" y="2080260"/>
                    <a:pt x="6287770" y="2109470"/>
                    <a:pt x="6452870" y="2137410"/>
                  </a:cubicBezTo>
                  <a:cubicBezTo>
                    <a:pt x="6602730" y="2162810"/>
                    <a:pt x="6729730" y="2188210"/>
                    <a:pt x="6880860" y="2213610"/>
                  </a:cubicBezTo>
                  <a:cubicBezTo>
                    <a:pt x="7051040" y="2241550"/>
                    <a:pt x="7245350" y="2268220"/>
                    <a:pt x="7423150" y="2296160"/>
                  </a:cubicBezTo>
                  <a:cubicBezTo>
                    <a:pt x="7594600" y="2321560"/>
                    <a:pt x="7861300" y="2359660"/>
                    <a:pt x="7926070" y="2373630"/>
                  </a:cubicBezTo>
                  <a:cubicBezTo>
                    <a:pt x="7942580" y="2377440"/>
                    <a:pt x="7947660" y="2378710"/>
                    <a:pt x="7956550" y="2382520"/>
                  </a:cubicBezTo>
                  <a:cubicBezTo>
                    <a:pt x="7966710" y="2387600"/>
                    <a:pt x="7975600" y="2392680"/>
                    <a:pt x="7984490" y="2399030"/>
                  </a:cubicBezTo>
                  <a:cubicBezTo>
                    <a:pt x="7993380" y="2405380"/>
                    <a:pt x="8001000" y="2413000"/>
                    <a:pt x="8007350" y="2420620"/>
                  </a:cubicBezTo>
                  <a:cubicBezTo>
                    <a:pt x="8013700" y="2429510"/>
                    <a:pt x="8020050" y="2438400"/>
                    <a:pt x="8023860" y="2447290"/>
                  </a:cubicBezTo>
                  <a:cubicBezTo>
                    <a:pt x="8028940" y="2457450"/>
                    <a:pt x="8031480" y="2467610"/>
                    <a:pt x="8034020" y="2477770"/>
                  </a:cubicBezTo>
                  <a:cubicBezTo>
                    <a:pt x="8036560" y="2487930"/>
                    <a:pt x="8036560" y="2499360"/>
                    <a:pt x="8036560" y="2509520"/>
                  </a:cubicBezTo>
                  <a:cubicBezTo>
                    <a:pt x="8036560" y="2519680"/>
                    <a:pt x="8034020" y="2531110"/>
                    <a:pt x="8031480" y="2540000"/>
                  </a:cubicBezTo>
                  <a:cubicBezTo>
                    <a:pt x="8028940" y="2550160"/>
                    <a:pt x="8023860" y="2560320"/>
                    <a:pt x="8018780" y="2569210"/>
                  </a:cubicBezTo>
                  <a:cubicBezTo>
                    <a:pt x="8013700" y="2579370"/>
                    <a:pt x="8007350" y="2586990"/>
                    <a:pt x="7999730" y="2594610"/>
                  </a:cubicBezTo>
                  <a:cubicBezTo>
                    <a:pt x="7992110" y="2602230"/>
                    <a:pt x="7984490" y="2609850"/>
                    <a:pt x="7975600" y="2614930"/>
                  </a:cubicBezTo>
                  <a:cubicBezTo>
                    <a:pt x="7966710" y="2620010"/>
                    <a:pt x="7956550" y="2625090"/>
                    <a:pt x="7946390" y="2628900"/>
                  </a:cubicBezTo>
                  <a:cubicBezTo>
                    <a:pt x="7936230" y="2631440"/>
                    <a:pt x="7926070" y="2633980"/>
                    <a:pt x="7915910" y="2635250"/>
                  </a:cubicBezTo>
                  <a:cubicBezTo>
                    <a:pt x="7904480" y="2635250"/>
                    <a:pt x="7900670" y="2635250"/>
                    <a:pt x="7884160" y="2632710"/>
                  </a:cubicBezTo>
                  <a:cubicBezTo>
                    <a:pt x="7816850" y="2626360"/>
                    <a:pt x="7552690" y="2574290"/>
                    <a:pt x="7381240" y="2545080"/>
                  </a:cubicBezTo>
                  <a:cubicBezTo>
                    <a:pt x="7204710" y="2515870"/>
                    <a:pt x="7011670" y="2486660"/>
                    <a:pt x="6842760" y="2457450"/>
                  </a:cubicBezTo>
                  <a:cubicBezTo>
                    <a:pt x="6690360" y="2429510"/>
                    <a:pt x="6559550" y="2401570"/>
                    <a:pt x="6408420" y="2374900"/>
                  </a:cubicBezTo>
                  <a:cubicBezTo>
                    <a:pt x="6244590" y="2345690"/>
                    <a:pt x="6051550" y="2315210"/>
                    <a:pt x="5892800" y="2289810"/>
                  </a:cubicBezTo>
                  <a:cubicBezTo>
                    <a:pt x="5756910" y="2266950"/>
                    <a:pt x="5637530" y="2245360"/>
                    <a:pt x="5513070" y="2227580"/>
                  </a:cubicBezTo>
                  <a:cubicBezTo>
                    <a:pt x="5394960" y="2211070"/>
                    <a:pt x="5275580" y="2197100"/>
                    <a:pt x="5163820" y="2185670"/>
                  </a:cubicBezTo>
                  <a:cubicBezTo>
                    <a:pt x="5063490" y="2174240"/>
                    <a:pt x="4959350" y="2164080"/>
                    <a:pt x="4874260" y="2159000"/>
                  </a:cubicBezTo>
                  <a:cubicBezTo>
                    <a:pt x="4808220" y="2155190"/>
                    <a:pt x="4756150" y="2153920"/>
                    <a:pt x="4693920" y="2152650"/>
                  </a:cubicBezTo>
                  <a:cubicBezTo>
                    <a:pt x="4629150" y="2151380"/>
                    <a:pt x="4531360" y="2152650"/>
                    <a:pt x="4495800" y="2152650"/>
                  </a:cubicBezTo>
                  <a:cubicBezTo>
                    <a:pt x="4481830" y="2152650"/>
                    <a:pt x="4467860" y="2153920"/>
                    <a:pt x="4466590" y="2153920"/>
                  </a:cubicBezTo>
                  <a:cubicBezTo>
                    <a:pt x="4466590" y="2153920"/>
                    <a:pt x="4456430" y="2151380"/>
                    <a:pt x="4451350" y="2151380"/>
                  </a:cubicBezTo>
                  <a:cubicBezTo>
                    <a:pt x="4446270" y="2150110"/>
                    <a:pt x="4436110" y="2148840"/>
                    <a:pt x="4436110" y="2148840"/>
                  </a:cubicBezTo>
                  <a:cubicBezTo>
                    <a:pt x="4436110" y="2148840"/>
                    <a:pt x="4425950" y="2145030"/>
                    <a:pt x="4422140" y="2142490"/>
                  </a:cubicBezTo>
                  <a:cubicBezTo>
                    <a:pt x="4417060" y="2139950"/>
                    <a:pt x="4406900" y="2136140"/>
                    <a:pt x="4406900" y="2136140"/>
                  </a:cubicBezTo>
                  <a:cubicBezTo>
                    <a:pt x="4406900" y="2136140"/>
                    <a:pt x="4399280" y="2129790"/>
                    <a:pt x="4394200" y="2127250"/>
                  </a:cubicBezTo>
                  <a:cubicBezTo>
                    <a:pt x="4390390" y="2124710"/>
                    <a:pt x="4382770" y="2118360"/>
                    <a:pt x="4381500" y="2118360"/>
                  </a:cubicBezTo>
                  <a:cubicBezTo>
                    <a:pt x="4381500" y="2118360"/>
                    <a:pt x="4375150" y="2109470"/>
                    <a:pt x="4372610" y="2105660"/>
                  </a:cubicBezTo>
                  <a:cubicBezTo>
                    <a:pt x="4368800" y="2101850"/>
                    <a:pt x="4362450" y="2094230"/>
                    <a:pt x="4362450" y="2094230"/>
                  </a:cubicBezTo>
                  <a:cubicBezTo>
                    <a:pt x="4362450" y="2094230"/>
                    <a:pt x="4357370" y="2084070"/>
                    <a:pt x="4354830" y="2080260"/>
                  </a:cubicBezTo>
                  <a:cubicBezTo>
                    <a:pt x="4352290" y="2075180"/>
                    <a:pt x="4348480" y="2066290"/>
                    <a:pt x="4348480" y="2066290"/>
                  </a:cubicBezTo>
                  <a:cubicBezTo>
                    <a:pt x="4348480" y="2065020"/>
                    <a:pt x="4345940" y="2054860"/>
                    <a:pt x="4344670" y="2049780"/>
                  </a:cubicBezTo>
                  <a:cubicBezTo>
                    <a:pt x="4343400" y="2044700"/>
                    <a:pt x="4342130" y="2035810"/>
                    <a:pt x="4342130" y="2034540"/>
                  </a:cubicBezTo>
                  <a:cubicBezTo>
                    <a:pt x="4342130" y="2034540"/>
                    <a:pt x="4342130" y="2024380"/>
                    <a:pt x="4342130" y="2019300"/>
                  </a:cubicBezTo>
                  <a:cubicBezTo>
                    <a:pt x="4342130" y="2014220"/>
                    <a:pt x="4342130" y="2004060"/>
                    <a:pt x="4342130" y="2004060"/>
                  </a:cubicBezTo>
                  <a:cubicBezTo>
                    <a:pt x="4342130" y="2004060"/>
                    <a:pt x="4345940" y="1993900"/>
                    <a:pt x="4347210" y="1988820"/>
                  </a:cubicBezTo>
                  <a:cubicBezTo>
                    <a:pt x="4348480" y="1983740"/>
                    <a:pt x="4351020" y="1973580"/>
                    <a:pt x="4351020" y="1973580"/>
                  </a:cubicBezTo>
                  <a:cubicBezTo>
                    <a:pt x="4351020" y="1973580"/>
                    <a:pt x="4356100" y="1964690"/>
                    <a:pt x="4358640" y="1959610"/>
                  </a:cubicBezTo>
                  <a:cubicBezTo>
                    <a:pt x="4361180" y="1955800"/>
                    <a:pt x="4366260" y="1946910"/>
                    <a:pt x="4366260" y="1945640"/>
                  </a:cubicBezTo>
                  <a:cubicBezTo>
                    <a:pt x="4366260" y="1945640"/>
                    <a:pt x="4373880" y="1938020"/>
                    <a:pt x="4377690" y="1934210"/>
                  </a:cubicBezTo>
                  <a:cubicBezTo>
                    <a:pt x="4381500" y="1930400"/>
                    <a:pt x="4387850" y="1924050"/>
                    <a:pt x="4387850" y="1924050"/>
                  </a:cubicBezTo>
                  <a:cubicBezTo>
                    <a:pt x="4387850" y="1922780"/>
                    <a:pt x="4396740" y="1917700"/>
                    <a:pt x="4401820" y="1915160"/>
                  </a:cubicBezTo>
                  <a:cubicBezTo>
                    <a:pt x="4405630" y="1912620"/>
                    <a:pt x="4414520" y="1906270"/>
                    <a:pt x="4414520" y="1906270"/>
                  </a:cubicBezTo>
                  <a:cubicBezTo>
                    <a:pt x="4414520" y="1906270"/>
                    <a:pt x="4424680" y="1902460"/>
                    <a:pt x="4429760" y="1901190"/>
                  </a:cubicBezTo>
                  <a:cubicBezTo>
                    <a:pt x="4433570" y="1899920"/>
                    <a:pt x="4443730" y="1896110"/>
                    <a:pt x="4443730" y="1896110"/>
                  </a:cubicBezTo>
                  <a:cubicBezTo>
                    <a:pt x="4443730" y="1896110"/>
                    <a:pt x="4453890" y="1894840"/>
                    <a:pt x="4460240" y="1894840"/>
                  </a:cubicBezTo>
                  <a:cubicBezTo>
                    <a:pt x="4465320" y="1894840"/>
                    <a:pt x="4475480" y="1893570"/>
                    <a:pt x="4475480" y="1893570"/>
                  </a:cubicBezTo>
                  <a:cubicBezTo>
                    <a:pt x="4476750" y="1893570"/>
                    <a:pt x="4964430" y="1826260"/>
                    <a:pt x="4964430" y="1800860"/>
                  </a:cubicBezTo>
                  <a:cubicBezTo>
                    <a:pt x="4964430" y="1778000"/>
                    <a:pt x="4715510" y="1767840"/>
                    <a:pt x="4568190" y="1747520"/>
                  </a:cubicBezTo>
                  <a:cubicBezTo>
                    <a:pt x="4382770" y="1720850"/>
                    <a:pt x="4077970" y="1676400"/>
                    <a:pt x="3937000" y="1654810"/>
                  </a:cubicBezTo>
                  <a:cubicBezTo>
                    <a:pt x="3865880" y="1643380"/>
                    <a:pt x="3839210" y="1633220"/>
                    <a:pt x="3775710" y="1626870"/>
                  </a:cubicBezTo>
                  <a:cubicBezTo>
                    <a:pt x="3683000" y="1616710"/>
                    <a:pt x="3572510" y="1612900"/>
                    <a:pt x="3435350" y="1611630"/>
                  </a:cubicBezTo>
                  <a:cubicBezTo>
                    <a:pt x="3229610" y="1607820"/>
                    <a:pt x="2891790" y="1592580"/>
                    <a:pt x="2659380" y="1619250"/>
                  </a:cubicBezTo>
                  <a:cubicBezTo>
                    <a:pt x="2465070" y="1643380"/>
                    <a:pt x="2308860" y="1689100"/>
                    <a:pt x="2129790" y="1741170"/>
                  </a:cubicBezTo>
                  <a:cubicBezTo>
                    <a:pt x="1938020" y="1797050"/>
                    <a:pt x="1546860" y="1889760"/>
                    <a:pt x="1545590" y="1948180"/>
                  </a:cubicBezTo>
                  <a:cubicBezTo>
                    <a:pt x="1545590" y="1988820"/>
                    <a:pt x="1714500" y="2018030"/>
                    <a:pt x="1812290" y="2054860"/>
                  </a:cubicBezTo>
                  <a:cubicBezTo>
                    <a:pt x="1929130" y="2099310"/>
                    <a:pt x="2068830" y="2141220"/>
                    <a:pt x="2199640" y="2190750"/>
                  </a:cubicBezTo>
                  <a:cubicBezTo>
                    <a:pt x="2336800" y="2242820"/>
                    <a:pt x="2493010" y="2308860"/>
                    <a:pt x="2616200" y="2360930"/>
                  </a:cubicBezTo>
                  <a:cubicBezTo>
                    <a:pt x="2715260" y="2401570"/>
                    <a:pt x="2800350" y="2437130"/>
                    <a:pt x="2884170" y="2473960"/>
                  </a:cubicBezTo>
                  <a:cubicBezTo>
                    <a:pt x="2959100" y="2506980"/>
                    <a:pt x="3026410" y="2528570"/>
                    <a:pt x="3096260" y="2571750"/>
                  </a:cubicBezTo>
                  <a:cubicBezTo>
                    <a:pt x="3175000" y="2621280"/>
                    <a:pt x="3300730" y="2691130"/>
                    <a:pt x="3329940" y="2763520"/>
                  </a:cubicBezTo>
                  <a:cubicBezTo>
                    <a:pt x="3354070" y="2820670"/>
                    <a:pt x="3338830" y="2900680"/>
                    <a:pt x="3309620" y="2951480"/>
                  </a:cubicBezTo>
                  <a:cubicBezTo>
                    <a:pt x="3280410" y="3002280"/>
                    <a:pt x="3220720" y="3042920"/>
                    <a:pt x="3154680" y="3065780"/>
                  </a:cubicBezTo>
                  <a:cubicBezTo>
                    <a:pt x="3067050" y="3097530"/>
                    <a:pt x="2933700" y="3086100"/>
                    <a:pt x="2814320" y="3082290"/>
                  </a:cubicBezTo>
                  <a:cubicBezTo>
                    <a:pt x="2684780" y="3075940"/>
                    <a:pt x="2537460" y="3053080"/>
                    <a:pt x="2406650" y="3028950"/>
                  </a:cubicBezTo>
                  <a:cubicBezTo>
                    <a:pt x="2280920" y="3006090"/>
                    <a:pt x="2171700" y="2981960"/>
                    <a:pt x="2043430" y="2943860"/>
                  </a:cubicBezTo>
                  <a:cubicBezTo>
                    <a:pt x="1894840" y="2899410"/>
                    <a:pt x="1709420" y="2823210"/>
                    <a:pt x="1569720" y="2771140"/>
                  </a:cubicBezTo>
                  <a:cubicBezTo>
                    <a:pt x="1459230" y="2729230"/>
                    <a:pt x="1366520" y="2692400"/>
                    <a:pt x="1272540" y="2654300"/>
                  </a:cubicBezTo>
                  <a:cubicBezTo>
                    <a:pt x="1188720" y="2621280"/>
                    <a:pt x="1108710" y="2586990"/>
                    <a:pt x="1033780" y="2556510"/>
                  </a:cubicBezTo>
                  <a:cubicBezTo>
                    <a:pt x="969010" y="2529840"/>
                    <a:pt x="896620" y="2522220"/>
                    <a:pt x="848360" y="2479040"/>
                  </a:cubicBezTo>
                  <a:cubicBezTo>
                    <a:pt x="797560" y="2435860"/>
                    <a:pt x="734060" y="2362200"/>
                    <a:pt x="739140" y="2294890"/>
                  </a:cubicBezTo>
                  <a:cubicBezTo>
                    <a:pt x="748030" y="2200910"/>
                    <a:pt x="1023620" y="2051050"/>
                    <a:pt x="1007110" y="1978660"/>
                  </a:cubicBezTo>
                  <a:cubicBezTo>
                    <a:pt x="994410" y="1920240"/>
                    <a:pt x="847090" y="1910080"/>
                    <a:pt x="763270" y="1866900"/>
                  </a:cubicBezTo>
                  <a:cubicBezTo>
                    <a:pt x="670560" y="1818640"/>
                    <a:pt x="566420" y="1778000"/>
                    <a:pt x="476250" y="1699260"/>
                  </a:cubicBezTo>
                  <a:cubicBezTo>
                    <a:pt x="369570" y="1604010"/>
                    <a:pt x="167640" y="1412240"/>
                    <a:pt x="181610" y="1315720"/>
                  </a:cubicBezTo>
                  <a:cubicBezTo>
                    <a:pt x="191770" y="1243330"/>
                    <a:pt x="331470" y="1183640"/>
                    <a:pt x="403860" y="1153160"/>
                  </a:cubicBezTo>
                  <a:cubicBezTo>
                    <a:pt x="461010" y="1129030"/>
                    <a:pt x="508000" y="1134110"/>
                    <a:pt x="572770" y="1125220"/>
                  </a:cubicBezTo>
                  <a:cubicBezTo>
                    <a:pt x="659130" y="1112520"/>
                    <a:pt x="777240" y="1096010"/>
                    <a:pt x="880110" y="1089660"/>
                  </a:cubicBezTo>
                  <a:cubicBezTo>
                    <a:pt x="981710" y="1083310"/>
                    <a:pt x="1144270" y="1085850"/>
                    <a:pt x="1184910" y="1085850"/>
                  </a:cubicBezTo>
                  <a:cubicBezTo>
                    <a:pt x="1195070" y="1085850"/>
                    <a:pt x="1201420" y="1088390"/>
                    <a:pt x="1203960" y="1087120"/>
                  </a:cubicBezTo>
                  <a:cubicBezTo>
                    <a:pt x="1203960" y="1085850"/>
                    <a:pt x="1203960" y="1085850"/>
                    <a:pt x="1203960" y="1084580"/>
                  </a:cubicBezTo>
                  <a:cubicBezTo>
                    <a:pt x="1205230" y="1083310"/>
                    <a:pt x="1210310" y="1069340"/>
                    <a:pt x="1210310" y="1069340"/>
                  </a:cubicBezTo>
                  <a:cubicBezTo>
                    <a:pt x="1210310" y="1069340"/>
                    <a:pt x="1216660" y="1060450"/>
                    <a:pt x="1220470" y="1056640"/>
                  </a:cubicBezTo>
                  <a:cubicBezTo>
                    <a:pt x="1223010" y="1051560"/>
                    <a:pt x="1229360" y="1042670"/>
                    <a:pt x="1229360" y="1042670"/>
                  </a:cubicBezTo>
                  <a:cubicBezTo>
                    <a:pt x="1229360" y="1042670"/>
                    <a:pt x="1238250" y="1035050"/>
                    <a:pt x="1242060" y="1031240"/>
                  </a:cubicBezTo>
                  <a:cubicBezTo>
                    <a:pt x="1247140" y="1028700"/>
                    <a:pt x="1254760" y="1021080"/>
                    <a:pt x="1254760" y="1021080"/>
                  </a:cubicBezTo>
                  <a:cubicBezTo>
                    <a:pt x="1254760" y="1021080"/>
                    <a:pt x="1264920" y="1016000"/>
                    <a:pt x="1270000" y="1013460"/>
                  </a:cubicBezTo>
                  <a:cubicBezTo>
                    <a:pt x="1275080" y="1010920"/>
                    <a:pt x="1283970" y="1005840"/>
                    <a:pt x="1285240" y="1005840"/>
                  </a:cubicBezTo>
                  <a:cubicBezTo>
                    <a:pt x="1286510" y="1005840"/>
                    <a:pt x="1333500" y="990600"/>
                    <a:pt x="1346200" y="988060"/>
                  </a:cubicBezTo>
                  <a:cubicBezTo>
                    <a:pt x="1352550" y="986790"/>
                    <a:pt x="1356360" y="985520"/>
                    <a:pt x="1360170" y="985520"/>
                  </a:cubicBezTo>
                  <a:cubicBezTo>
                    <a:pt x="1361440" y="984250"/>
                    <a:pt x="1363980" y="985520"/>
                    <a:pt x="1365250" y="984250"/>
                  </a:cubicBezTo>
                  <a:cubicBezTo>
                    <a:pt x="1366520" y="981710"/>
                    <a:pt x="1361440" y="974090"/>
                    <a:pt x="1362710" y="965200"/>
                  </a:cubicBezTo>
                  <a:cubicBezTo>
                    <a:pt x="1365250" y="934720"/>
                    <a:pt x="1391920" y="817880"/>
                    <a:pt x="1419860" y="777240"/>
                  </a:cubicBezTo>
                  <a:cubicBezTo>
                    <a:pt x="1437640" y="750570"/>
                    <a:pt x="1487170" y="740410"/>
                    <a:pt x="1483360" y="725170"/>
                  </a:cubicBezTo>
                  <a:cubicBezTo>
                    <a:pt x="1474470" y="692150"/>
                    <a:pt x="1210310" y="688340"/>
                    <a:pt x="1062990" y="664210"/>
                  </a:cubicBezTo>
                  <a:cubicBezTo>
                    <a:pt x="900430" y="636270"/>
                    <a:pt x="688340" y="601980"/>
                    <a:pt x="546100" y="568960"/>
                  </a:cubicBezTo>
                  <a:cubicBezTo>
                    <a:pt x="444500" y="546100"/>
                    <a:pt x="363220" y="528320"/>
                    <a:pt x="289560" y="499110"/>
                  </a:cubicBezTo>
                  <a:cubicBezTo>
                    <a:pt x="229870" y="476250"/>
                    <a:pt x="133350" y="419100"/>
                    <a:pt x="133350" y="417830"/>
                  </a:cubicBezTo>
                  <a:cubicBezTo>
                    <a:pt x="133350" y="417830"/>
                    <a:pt x="123190" y="417830"/>
                    <a:pt x="118110" y="416560"/>
                  </a:cubicBezTo>
                  <a:cubicBezTo>
                    <a:pt x="113030" y="416560"/>
                    <a:pt x="101600" y="415290"/>
                    <a:pt x="101600" y="415290"/>
                  </a:cubicBezTo>
                  <a:cubicBezTo>
                    <a:pt x="101600" y="415290"/>
                    <a:pt x="92710" y="411480"/>
                    <a:pt x="87630" y="410210"/>
                  </a:cubicBezTo>
                  <a:cubicBezTo>
                    <a:pt x="82550" y="408940"/>
                    <a:pt x="72390" y="405130"/>
                    <a:pt x="72390" y="405130"/>
                  </a:cubicBezTo>
                  <a:cubicBezTo>
                    <a:pt x="72390" y="405130"/>
                    <a:pt x="63500" y="398780"/>
                    <a:pt x="59690" y="396240"/>
                  </a:cubicBezTo>
                  <a:cubicBezTo>
                    <a:pt x="54610" y="393700"/>
                    <a:pt x="45720" y="388620"/>
                    <a:pt x="45720" y="387350"/>
                  </a:cubicBezTo>
                  <a:cubicBezTo>
                    <a:pt x="45720" y="387350"/>
                    <a:pt x="39370" y="379730"/>
                    <a:pt x="35560" y="375920"/>
                  </a:cubicBezTo>
                  <a:cubicBezTo>
                    <a:pt x="31750" y="372110"/>
                    <a:pt x="25400" y="365760"/>
                    <a:pt x="24130" y="364490"/>
                  </a:cubicBezTo>
                  <a:cubicBezTo>
                    <a:pt x="24130" y="364490"/>
                    <a:pt x="19050" y="355600"/>
                    <a:pt x="16510" y="351790"/>
                  </a:cubicBezTo>
                  <a:cubicBezTo>
                    <a:pt x="13970" y="346710"/>
                    <a:pt x="10160" y="337820"/>
                    <a:pt x="8890" y="337820"/>
                  </a:cubicBezTo>
                  <a:cubicBezTo>
                    <a:pt x="8890" y="337820"/>
                    <a:pt x="6350" y="327660"/>
                    <a:pt x="5080" y="322580"/>
                  </a:cubicBezTo>
                  <a:cubicBezTo>
                    <a:pt x="3810" y="317500"/>
                    <a:pt x="1270" y="307340"/>
                    <a:pt x="1270" y="307340"/>
                  </a:cubicBezTo>
                  <a:cubicBezTo>
                    <a:pt x="1270" y="307340"/>
                    <a:pt x="1270" y="297180"/>
                    <a:pt x="1270" y="292100"/>
                  </a:cubicBezTo>
                  <a:cubicBezTo>
                    <a:pt x="0" y="287020"/>
                    <a:pt x="0" y="275590"/>
                    <a:pt x="0" y="275590"/>
                  </a:cubicBezTo>
                  <a:moveTo>
                    <a:pt x="450850" y="1389380"/>
                  </a:moveTo>
                  <a:cubicBezTo>
                    <a:pt x="713740" y="1553210"/>
                    <a:pt x="795020" y="1606550"/>
                    <a:pt x="887730" y="1656080"/>
                  </a:cubicBezTo>
                  <a:cubicBezTo>
                    <a:pt x="995680" y="1713230"/>
                    <a:pt x="1156970" y="1827530"/>
                    <a:pt x="1245870" y="1823720"/>
                  </a:cubicBezTo>
                  <a:cubicBezTo>
                    <a:pt x="1299210" y="1819910"/>
                    <a:pt x="1310640" y="1775460"/>
                    <a:pt x="1370330" y="1746250"/>
                  </a:cubicBezTo>
                  <a:cubicBezTo>
                    <a:pt x="1504950" y="1682750"/>
                    <a:pt x="1849120" y="1564640"/>
                    <a:pt x="2047240" y="1507490"/>
                  </a:cubicBezTo>
                  <a:cubicBezTo>
                    <a:pt x="2199640" y="1464310"/>
                    <a:pt x="2457450" y="1438910"/>
                    <a:pt x="2457450" y="1417320"/>
                  </a:cubicBezTo>
                  <a:cubicBezTo>
                    <a:pt x="2456180" y="1398270"/>
                    <a:pt x="2273300" y="1388110"/>
                    <a:pt x="2162810" y="1376680"/>
                  </a:cubicBezTo>
                  <a:cubicBezTo>
                    <a:pt x="2025650" y="1360170"/>
                    <a:pt x="1710690" y="1328420"/>
                    <a:pt x="1696720" y="1336040"/>
                  </a:cubicBezTo>
                  <a:cubicBezTo>
                    <a:pt x="1695450" y="1336040"/>
                    <a:pt x="1695450" y="1336040"/>
                    <a:pt x="1695450" y="1337310"/>
                  </a:cubicBezTo>
                  <a:cubicBezTo>
                    <a:pt x="1694180" y="1338580"/>
                    <a:pt x="1694180" y="1341120"/>
                    <a:pt x="1691640" y="1343660"/>
                  </a:cubicBezTo>
                  <a:cubicBezTo>
                    <a:pt x="1690370" y="1347470"/>
                    <a:pt x="1685290" y="1351280"/>
                    <a:pt x="1681480" y="1355090"/>
                  </a:cubicBezTo>
                  <a:cubicBezTo>
                    <a:pt x="1678940" y="1358900"/>
                    <a:pt x="1675130" y="1363980"/>
                    <a:pt x="1672590" y="1366520"/>
                  </a:cubicBezTo>
                  <a:cubicBezTo>
                    <a:pt x="1670050" y="1369060"/>
                    <a:pt x="1668780" y="1369060"/>
                    <a:pt x="1666240" y="1370330"/>
                  </a:cubicBezTo>
                  <a:cubicBezTo>
                    <a:pt x="1664970" y="1372870"/>
                    <a:pt x="1663700" y="1374140"/>
                    <a:pt x="1661160" y="1376680"/>
                  </a:cubicBezTo>
                  <a:cubicBezTo>
                    <a:pt x="1658620" y="1379220"/>
                    <a:pt x="1652270" y="1380490"/>
                    <a:pt x="1648460" y="1383030"/>
                  </a:cubicBezTo>
                  <a:cubicBezTo>
                    <a:pt x="1643380" y="1385570"/>
                    <a:pt x="1639570" y="1389380"/>
                    <a:pt x="1635760" y="1391920"/>
                  </a:cubicBezTo>
                  <a:cubicBezTo>
                    <a:pt x="1633220" y="1393190"/>
                    <a:pt x="1630680" y="1393190"/>
                    <a:pt x="1628140" y="1393190"/>
                  </a:cubicBezTo>
                  <a:cubicBezTo>
                    <a:pt x="1625600" y="1394460"/>
                    <a:pt x="1624330" y="1395730"/>
                    <a:pt x="1621790" y="1397000"/>
                  </a:cubicBezTo>
                  <a:cubicBezTo>
                    <a:pt x="1617980" y="1398270"/>
                    <a:pt x="1611630" y="1398270"/>
                    <a:pt x="1606550" y="1399540"/>
                  </a:cubicBezTo>
                  <a:cubicBezTo>
                    <a:pt x="1602740" y="1400810"/>
                    <a:pt x="1596390" y="1403350"/>
                    <a:pt x="1592580" y="1403350"/>
                  </a:cubicBezTo>
                  <a:cubicBezTo>
                    <a:pt x="1590040" y="1404620"/>
                    <a:pt x="1587500" y="1403350"/>
                    <a:pt x="1584960" y="1403350"/>
                  </a:cubicBezTo>
                  <a:cubicBezTo>
                    <a:pt x="1582420" y="1403350"/>
                    <a:pt x="1581150" y="1404620"/>
                    <a:pt x="1577340" y="1404620"/>
                  </a:cubicBezTo>
                  <a:cubicBezTo>
                    <a:pt x="1573530" y="1404620"/>
                    <a:pt x="1567180" y="1402080"/>
                    <a:pt x="1563370" y="1402080"/>
                  </a:cubicBezTo>
                  <a:cubicBezTo>
                    <a:pt x="1558290" y="1402080"/>
                    <a:pt x="1551940" y="1402080"/>
                    <a:pt x="1548130" y="1400810"/>
                  </a:cubicBezTo>
                  <a:cubicBezTo>
                    <a:pt x="1545590" y="1400810"/>
                    <a:pt x="1543050" y="1399540"/>
                    <a:pt x="1540510" y="1398270"/>
                  </a:cubicBezTo>
                  <a:cubicBezTo>
                    <a:pt x="1537970" y="1398270"/>
                    <a:pt x="1536700" y="1398270"/>
                    <a:pt x="1532890" y="1397000"/>
                  </a:cubicBezTo>
                  <a:cubicBezTo>
                    <a:pt x="1529080" y="1395730"/>
                    <a:pt x="1525270" y="1391920"/>
                    <a:pt x="1520190" y="1390650"/>
                  </a:cubicBezTo>
                  <a:cubicBezTo>
                    <a:pt x="1515110" y="1388110"/>
                    <a:pt x="1510030" y="1386840"/>
                    <a:pt x="1506220" y="1384300"/>
                  </a:cubicBezTo>
                  <a:cubicBezTo>
                    <a:pt x="1503680" y="1383030"/>
                    <a:pt x="1502410" y="1381760"/>
                    <a:pt x="1501140" y="1380490"/>
                  </a:cubicBezTo>
                  <a:cubicBezTo>
                    <a:pt x="1498600" y="1377950"/>
                    <a:pt x="1496060" y="1377950"/>
                    <a:pt x="1493520" y="1376680"/>
                  </a:cubicBezTo>
                  <a:cubicBezTo>
                    <a:pt x="1490980" y="1374140"/>
                    <a:pt x="1487170" y="1369060"/>
                    <a:pt x="1483360" y="1365250"/>
                  </a:cubicBezTo>
                  <a:cubicBezTo>
                    <a:pt x="1479550" y="1362710"/>
                    <a:pt x="1474470" y="1358900"/>
                    <a:pt x="1471930" y="1356360"/>
                  </a:cubicBezTo>
                  <a:cubicBezTo>
                    <a:pt x="1470660" y="1353820"/>
                    <a:pt x="1469390" y="1351280"/>
                    <a:pt x="1468120" y="1350010"/>
                  </a:cubicBezTo>
                  <a:cubicBezTo>
                    <a:pt x="1466850" y="1347470"/>
                    <a:pt x="1464310" y="1346200"/>
                    <a:pt x="1463040" y="1343660"/>
                  </a:cubicBezTo>
                  <a:cubicBezTo>
                    <a:pt x="1460500" y="1341120"/>
                    <a:pt x="1459230" y="1333500"/>
                    <a:pt x="1456690" y="1330960"/>
                  </a:cubicBezTo>
                  <a:cubicBezTo>
                    <a:pt x="1455420" y="1328420"/>
                    <a:pt x="1456690" y="1325880"/>
                    <a:pt x="1452880" y="1324610"/>
                  </a:cubicBezTo>
                  <a:cubicBezTo>
                    <a:pt x="1433830" y="1313180"/>
                    <a:pt x="1271270" y="1316990"/>
                    <a:pt x="1178560" y="1315720"/>
                  </a:cubicBezTo>
                  <a:cubicBezTo>
                    <a:pt x="1082040" y="1315720"/>
                    <a:pt x="980440" y="1313180"/>
                    <a:pt x="882650" y="1319530"/>
                  </a:cubicBezTo>
                  <a:cubicBezTo>
                    <a:pt x="787400" y="1325880"/>
                    <a:pt x="679450" y="1341120"/>
                    <a:pt x="600710" y="1355090"/>
                  </a:cubicBezTo>
                  <a:cubicBezTo>
                    <a:pt x="542290" y="1365250"/>
                    <a:pt x="450850" y="1389380"/>
                    <a:pt x="450850" y="1389380"/>
                  </a:cubicBezTo>
                  <a:moveTo>
                    <a:pt x="966470" y="2252980"/>
                  </a:moveTo>
                  <a:cubicBezTo>
                    <a:pt x="1197610" y="2367280"/>
                    <a:pt x="1276350" y="2400300"/>
                    <a:pt x="1357630" y="2433320"/>
                  </a:cubicBezTo>
                  <a:cubicBezTo>
                    <a:pt x="1449070" y="2470150"/>
                    <a:pt x="1543050" y="2504440"/>
                    <a:pt x="1652270" y="2545080"/>
                  </a:cubicBezTo>
                  <a:cubicBezTo>
                    <a:pt x="1785620" y="2593340"/>
                    <a:pt x="1958340" y="2664460"/>
                    <a:pt x="2098040" y="2705100"/>
                  </a:cubicBezTo>
                  <a:cubicBezTo>
                    <a:pt x="2217420" y="2739390"/>
                    <a:pt x="2320290" y="2759710"/>
                    <a:pt x="2437130" y="2778760"/>
                  </a:cubicBezTo>
                  <a:cubicBezTo>
                    <a:pt x="2557780" y="2799080"/>
                    <a:pt x="2706370" y="2824480"/>
                    <a:pt x="2809240" y="2820670"/>
                  </a:cubicBezTo>
                  <a:cubicBezTo>
                    <a:pt x="2880360" y="2819400"/>
                    <a:pt x="2988310" y="2809240"/>
                    <a:pt x="2992120" y="2788920"/>
                  </a:cubicBezTo>
                  <a:cubicBezTo>
                    <a:pt x="2994660" y="2767330"/>
                    <a:pt x="2865120" y="2722880"/>
                    <a:pt x="2792730" y="2689860"/>
                  </a:cubicBezTo>
                  <a:cubicBezTo>
                    <a:pt x="2711450" y="2651760"/>
                    <a:pt x="2626360" y="2617470"/>
                    <a:pt x="2528570" y="2576830"/>
                  </a:cubicBezTo>
                  <a:cubicBezTo>
                    <a:pt x="2407920" y="2526030"/>
                    <a:pt x="2258060" y="2463800"/>
                    <a:pt x="2123440" y="2413000"/>
                  </a:cubicBezTo>
                  <a:cubicBezTo>
                    <a:pt x="1990090" y="2363470"/>
                    <a:pt x="1860550" y="2325370"/>
                    <a:pt x="1724660" y="2275840"/>
                  </a:cubicBezTo>
                  <a:cubicBezTo>
                    <a:pt x="1581150" y="2222500"/>
                    <a:pt x="1376680" y="2092960"/>
                    <a:pt x="1286510" y="2101850"/>
                  </a:cubicBezTo>
                  <a:cubicBezTo>
                    <a:pt x="1242060" y="2106930"/>
                    <a:pt x="1231900" y="2141220"/>
                    <a:pt x="1193800" y="2161540"/>
                  </a:cubicBezTo>
                  <a:cubicBezTo>
                    <a:pt x="1135380" y="2190750"/>
                    <a:pt x="966470" y="2252980"/>
                    <a:pt x="966470" y="2252980"/>
                  </a:cubicBezTo>
                  <a:moveTo>
                    <a:pt x="1013460" y="394970"/>
                  </a:moveTo>
                  <a:cubicBezTo>
                    <a:pt x="1027430" y="396240"/>
                    <a:pt x="1029970" y="394970"/>
                    <a:pt x="1029970" y="394970"/>
                  </a:cubicBezTo>
                  <a:cubicBezTo>
                    <a:pt x="1029970" y="393700"/>
                    <a:pt x="1013460" y="394970"/>
                    <a:pt x="1013460" y="394970"/>
                  </a:cubicBezTo>
                  <a:moveTo>
                    <a:pt x="1637030" y="908050"/>
                  </a:moveTo>
                  <a:cubicBezTo>
                    <a:pt x="1941830" y="819150"/>
                    <a:pt x="1941830" y="819150"/>
                    <a:pt x="1941830" y="819150"/>
                  </a:cubicBezTo>
                  <a:cubicBezTo>
                    <a:pt x="1941830" y="817880"/>
                    <a:pt x="1938020" y="810260"/>
                    <a:pt x="1935480" y="805180"/>
                  </a:cubicBezTo>
                  <a:cubicBezTo>
                    <a:pt x="1932940" y="801370"/>
                    <a:pt x="1927860" y="792480"/>
                    <a:pt x="1927860" y="792480"/>
                  </a:cubicBezTo>
                  <a:cubicBezTo>
                    <a:pt x="1927860" y="792480"/>
                    <a:pt x="1929130" y="786130"/>
                    <a:pt x="1926590" y="784860"/>
                  </a:cubicBezTo>
                  <a:cubicBezTo>
                    <a:pt x="1913890" y="778510"/>
                    <a:pt x="1817370" y="810260"/>
                    <a:pt x="1767840" y="830580"/>
                  </a:cubicBezTo>
                  <a:cubicBezTo>
                    <a:pt x="1720850" y="852170"/>
                    <a:pt x="1637030" y="908050"/>
                    <a:pt x="1637030" y="908050"/>
                  </a:cubicBezTo>
                  <a:moveTo>
                    <a:pt x="2377440" y="1170940"/>
                  </a:moveTo>
                  <a:cubicBezTo>
                    <a:pt x="2848610" y="1235710"/>
                    <a:pt x="3032760" y="1310640"/>
                    <a:pt x="3073400" y="1272540"/>
                  </a:cubicBezTo>
                  <a:cubicBezTo>
                    <a:pt x="3100070" y="1249680"/>
                    <a:pt x="3094990" y="1163320"/>
                    <a:pt x="3065780" y="1137920"/>
                  </a:cubicBezTo>
                  <a:cubicBezTo>
                    <a:pt x="3023870" y="1101090"/>
                    <a:pt x="2870200" y="1155700"/>
                    <a:pt x="2763520" y="1160780"/>
                  </a:cubicBezTo>
                  <a:cubicBezTo>
                    <a:pt x="2642870" y="1167130"/>
                    <a:pt x="2377440" y="1170940"/>
                    <a:pt x="2377440" y="1170940"/>
                  </a:cubicBezTo>
                  <a:moveTo>
                    <a:pt x="3324860" y="1200150"/>
                  </a:moveTo>
                  <a:cubicBezTo>
                    <a:pt x="3569970" y="1205230"/>
                    <a:pt x="3663950" y="1198880"/>
                    <a:pt x="3709670" y="1195070"/>
                  </a:cubicBezTo>
                  <a:cubicBezTo>
                    <a:pt x="3731260" y="1192530"/>
                    <a:pt x="3759200" y="1192530"/>
                    <a:pt x="3759200" y="1188720"/>
                  </a:cubicBezTo>
                  <a:cubicBezTo>
                    <a:pt x="3759200" y="1179830"/>
                    <a:pt x="3498850" y="1143000"/>
                    <a:pt x="3450590" y="1135380"/>
                  </a:cubicBezTo>
                  <a:cubicBezTo>
                    <a:pt x="3435350" y="1134110"/>
                    <a:pt x="3434080" y="1129030"/>
                    <a:pt x="3421380" y="1132840"/>
                  </a:cubicBezTo>
                  <a:cubicBezTo>
                    <a:pt x="3398520" y="1137920"/>
                    <a:pt x="3324860" y="1200150"/>
                    <a:pt x="3324860" y="1200150"/>
                  </a:cubicBezTo>
                  <a:moveTo>
                    <a:pt x="3967480" y="1399540"/>
                  </a:moveTo>
                  <a:cubicBezTo>
                    <a:pt x="4119880" y="1409700"/>
                    <a:pt x="4366260" y="1432560"/>
                    <a:pt x="4535170" y="1459230"/>
                  </a:cubicBezTo>
                  <a:cubicBezTo>
                    <a:pt x="4705350" y="1485900"/>
                    <a:pt x="4935220" y="1546860"/>
                    <a:pt x="5048250" y="1565910"/>
                  </a:cubicBezTo>
                  <a:cubicBezTo>
                    <a:pt x="5104130" y="1574800"/>
                    <a:pt x="5120640" y="1574800"/>
                    <a:pt x="5173980" y="1581150"/>
                  </a:cubicBezTo>
                  <a:cubicBezTo>
                    <a:pt x="5269230" y="1591310"/>
                    <a:pt x="5439410" y="1600200"/>
                    <a:pt x="5571490" y="1619250"/>
                  </a:cubicBezTo>
                  <a:cubicBezTo>
                    <a:pt x="5706110" y="1638300"/>
                    <a:pt x="5970270" y="1711960"/>
                    <a:pt x="5976620" y="1696720"/>
                  </a:cubicBezTo>
                  <a:cubicBezTo>
                    <a:pt x="5979160" y="1686560"/>
                    <a:pt x="5913120" y="1649730"/>
                    <a:pt x="5857240" y="1626870"/>
                  </a:cubicBezTo>
                  <a:cubicBezTo>
                    <a:pt x="5742940" y="1581150"/>
                    <a:pt x="5481320" y="1537970"/>
                    <a:pt x="5307330" y="1497330"/>
                  </a:cubicBezTo>
                  <a:cubicBezTo>
                    <a:pt x="5152390" y="1461770"/>
                    <a:pt x="4996180" y="1426210"/>
                    <a:pt x="4866640" y="1395730"/>
                  </a:cubicBezTo>
                  <a:cubicBezTo>
                    <a:pt x="4765040" y="1371600"/>
                    <a:pt x="4686300" y="1337310"/>
                    <a:pt x="4593590" y="1330960"/>
                  </a:cubicBezTo>
                  <a:cubicBezTo>
                    <a:pt x="4499610" y="1324610"/>
                    <a:pt x="4398010" y="1347470"/>
                    <a:pt x="4305300" y="1358900"/>
                  </a:cubicBezTo>
                  <a:cubicBezTo>
                    <a:pt x="4218940" y="1367790"/>
                    <a:pt x="4114800" y="1381760"/>
                    <a:pt x="4052570" y="1389380"/>
                  </a:cubicBezTo>
                  <a:cubicBezTo>
                    <a:pt x="4017010" y="1394460"/>
                    <a:pt x="3967480" y="1399540"/>
                    <a:pt x="3967480" y="1399540"/>
                  </a:cubicBezTo>
                  <a:moveTo>
                    <a:pt x="5440680" y="1239520"/>
                  </a:moveTo>
                  <a:cubicBezTo>
                    <a:pt x="5732780" y="1325880"/>
                    <a:pt x="5896610" y="1390650"/>
                    <a:pt x="5924550" y="1402080"/>
                  </a:cubicBezTo>
                  <a:cubicBezTo>
                    <a:pt x="5929630" y="1403350"/>
                    <a:pt x="5928360" y="1403350"/>
                    <a:pt x="5933440" y="1405890"/>
                  </a:cubicBezTo>
                  <a:cubicBezTo>
                    <a:pt x="5948680" y="1410970"/>
                    <a:pt x="5990590" y="1419860"/>
                    <a:pt x="6041390" y="1431290"/>
                  </a:cubicBezTo>
                  <a:cubicBezTo>
                    <a:pt x="6162040" y="1456690"/>
                    <a:pt x="6456680" y="1511300"/>
                    <a:pt x="6649720" y="1554480"/>
                  </a:cubicBezTo>
                  <a:cubicBezTo>
                    <a:pt x="6826250" y="1592580"/>
                    <a:pt x="7151370" y="1685290"/>
                    <a:pt x="7155180" y="1673860"/>
                  </a:cubicBezTo>
                  <a:cubicBezTo>
                    <a:pt x="7158990" y="1661160"/>
                    <a:pt x="6746240" y="1512570"/>
                    <a:pt x="6567170" y="1449070"/>
                  </a:cubicBezTo>
                  <a:cubicBezTo>
                    <a:pt x="6421120" y="1397000"/>
                    <a:pt x="6300470" y="1357630"/>
                    <a:pt x="6162040" y="1318260"/>
                  </a:cubicBezTo>
                  <a:cubicBezTo>
                    <a:pt x="6019800" y="1278890"/>
                    <a:pt x="5857240" y="1221740"/>
                    <a:pt x="5726430" y="1212850"/>
                  </a:cubicBezTo>
                  <a:cubicBezTo>
                    <a:pt x="5622290" y="1205230"/>
                    <a:pt x="5440680" y="1239520"/>
                    <a:pt x="5440680" y="1239520"/>
                  </a:cubicBezTo>
                  <a:moveTo>
                    <a:pt x="6113780" y="1731010"/>
                  </a:moveTo>
                  <a:cubicBezTo>
                    <a:pt x="6396990" y="1734820"/>
                    <a:pt x="6177280" y="1671320"/>
                    <a:pt x="6139180" y="1689100"/>
                  </a:cubicBezTo>
                  <a:cubicBezTo>
                    <a:pt x="6121400" y="1696720"/>
                    <a:pt x="6113780" y="1731010"/>
                    <a:pt x="6113780" y="1731010"/>
                  </a:cubicBezTo>
                  <a:moveTo>
                    <a:pt x="8091170" y="1250950"/>
                  </a:moveTo>
                  <a:cubicBezTo>
                    <a:pt x="8211820" y="1291590"/>
                    <a:pt x="8208010" y="1289050"/>
                    <a:pt x="8208010" y="1287780"/>
                  </a:cubicBezTo>
                  <a:cubicBezTo>
                    <a:pt x="8210550" y="1282700"/>
                    <a:pt x="8261350" y="1276350"/>
                    <a:pt x="8261350" y="1273810"/>
                  </a:cubicBezTo>
                  <a:cubicBezTo>
                    <a:pt x="8261350" y="1272540"/>
                    <a:pt x="8253730" y="1272540"/>
                    <a:pt x="8246110" y="1271270"/>
                  </a:cubicBezTo>
                  <a:cubicBezTo>
                    <a:pt x="8220710" y="1267460"/>
                    <a:pt x="8091170" y="1250950"/>
                    <a:pt x="8091170" y="1250950"/>
                  </a:cubicBezTo>
                  <a:moveTo>
                    <a:pt x="8633460" y="1770380"/>
                  </a:moveTo>
                  <a:cubicBezTo>
                    <a:pt x="8638540" y="1771650"/>
                    <a:pt x="8749030" y="1808480"/>
                    <a:pt x="8750300" y="1804670"/>
                  </a:cubicBezTo>
                  <a:cubicBezTo>
                    <a:pt x="8752840" y="1799590"/>
                    <a:pt x="8666480" y="1750060"/>
                    <a:pt x="8660130" y="1751330"/>
                  </a:cubicBezTo>
                  <a:cubicBezTo>
                    <a:pt x="8658860" y="1751330"/>
                    <a:pt x="8657590" y="1752600"/>
                    <a:pt x="8657590" y="1752600"/>
                  </a:cubicBezTo>
                  <a:cubicBezTo>
                    <a:pt x="8657590" y="1752600"/>
                    <a:pt x="8649970" y="1758950"/>
                    <a:pt x="8646160" y="1761490"/>
                  </a:cubicBezTo>
                  <a:cubicBezTo>
                    <a:pt x="8642350" y="1764030"/>
                    <a:pt x="8633460" y="1770380"/>
                    <a:pt x="8633460" y="1770380"/>
                  </a:cubicBezTo>
                  <a:moveTo>
                    <a:pt x="11070590" y="2843530"/>
                  </a:moveTo>
                  <a:cubicBezTo>
                    <a:pt x="11239500" y="2997200"/>
                    <a:pt x="11363960" y="3128010"/>
                    <a:pt x="11445240" y="3201670"/>
                  </a:cubicBezTo>
                  <a:cubicBezTo>
                    <a:pt x="11504930" y="3257550"/>
                    <a:pt x="11553190" y="3298190"/>
                    <a:pt x="11607800" y="3341370"/>
                  </a:cubicBezTo>
                  <a:cubicBezTo>
                    <a:pt x="11662410" y="3384550"/>
                    <a:pt x="11710670" y="3446780"/>
                    <a:pt x="11772900" y="3458210"/>
                  </a:cubicBezTo>
                  <a:cubicBezTo>
                    <a:pt x="11841480" y="3472180"/>
                    <a:pt x="11926570" y="3416300"/>
                    <a:pt x="12006580" y="3403600"/>
                  </a:cubicBezTo>
                  <a:cubicBezTo>
                    <a:pt x="12089130" y="3389630"/>
                    <a:pt x="12178030" y="3385820"/>
                    <a:pt x="12259310" y="3379470"/>
                  </a:cubicBezTo>
                  <a:cubicBezTo>
                    <a:pt x="12335510" y="3373120"/>
                    <a:pt x="12397740" y="3366770"/>
                    <a:pt x="12477750" y="3368040"/>
                  </a:cubicBezTo>
                  <a:cubicBezTo>
                    <a:pt x="12576810" y="3369310"/>
                    <a:pt x="12706350" y="3385820"/>
                    <a:pt x="12809220" y="3394710"/>
                  </a:cubicBezTo>
                  <a:cubicBezTo>
                    <a:pt x="12900660" y="3403600"/>
                    <a:pt x="12984480" y="3412490"/>
                    <a:pt x="13067030" y="3421380"/>
                  </a:cubicBezTo>
                  <a:cubicBezTo>
                    <a:pt x="13143230" y="3429000"/>
                    <a:pt x="13208000" y="3436620"/>
                    <a:pt x="13285470" y="3446780"/>
                  </a:cubicBezTo>
                  <a:cubicBezTo>
                    <a:pt x="13374370" y="3458210"/>
                    <a:pt x="13484861" y="3478530"/>
                    <a:pt x="13571220" y="3487420"/>
                  </a:cubicBezTo>
                  <a:cubicBezTo>
                    <a:pt x="13642339" y="3493770"/>
                    <a:pt x="13702030" y="3502660"/>
                    <a:pt x="13768070" y="3500120"/>
                  </a:cubicBezTo>
                  <a:cubicBezTo>
                    <a:pt x="13834111" y="3496310"/>
                    <a:pt x="13905230" y="3495040"/>
                    <a:pt x="13968730" y="3465830"/>
                  </a:cubicBezTo>
                  <a:cubicBezTo>
                    <a:pt x="14041120" y="3431540"/>
                    <a:pt x="14123670" y="3361690"/>
                    <a:pt x="14173200" y="3291840"/>
                  </a:cubicBezTo>
                  <a:cubicBezTo>
                    <a:pt x="14222730" y="3225800"/>
                    <a:pt x="14246861" y="3133090"/>
                    <a:pt x="14268450" y="3060700"/>
                  </a:cubicBezTo>
                  <a:cubicBezTo>
                    <a:pt x="14286230" y="2999740"/>
                    <a:pt x="14291311" y="2952750"/>
                    <a:pt x="14300200" y="2885440"/>
                  </a:cubicBezTo>
                  <a:cubicBezTo>
                    <a:pt x="14311630" y="2797810"/>
                    <a:pt x="14323061" y="2675890"/>
                    <a:pt x="14325600" y="2576830"/>
                  </a:cubicBezTo>
                  <a:cubicBezTo>
                    <a:pt x="14329411" y="2484120"/>
                    <a:pt x="14323061" y="2387600"/>
                    <a:pt x="14320520" y="2306320"/>
                  </a:cubicBezTo>
                  <a:cubicBezTo>
                    <a:pt x="14317980" y="2240280"/>
                    <a:pt x="14325600" y="2142490"/>
                    <a:pt x="14312900" y="2125980"/>
                  </a:cubicBezTo>
                  <a:cubicBezTo>
                    <a:pt x="14310361" y="2120900"/>
                    <a:pt x="14306550" y="2123440"/>
                    <a:pt x="14300200" y="2120900"/>
                  </a:cubicBezTo>
                  <a:cubicBezTo>
                    <a:pt x="14276070" y="2109470"/>
                    <a:pt x="14183361" y="2061210"/>
                    <a:pt x="14127480" y="2029460"/>
                  </a:cubicBezTo>
                  <a:cubicBezTo>
                    <a:pt x="14075411" y="1997710"/>
                    <a:pt x="14008100" y="1938020"/>
                    <a:pt x="13976350" y="1927860"/>
                  </a:cubicBezTo>
                  <a:cubicBezTo>
                    <a:pt x="13963650" y="1924050"/>
                    <a:pt x="13962380" y="1927860"/>
                    <a:pt x="13947139" y="1926590"/>
                  </a:cubicBezTo>
                  <a:cubicBezTo>
                    <a:pt x="13884911" y="1918970"/>
                    <a:pt x="13619480" y="1873250"/>
                    <a:pt x="13496289" y="1841500"/>
                  </a:cubicBezTo>
                  <a:cubicBezTo>
                    <a:pt x="13408661" y="1818640"/>
                    <a:pt x="13277850" y="1767840"/>
                    <a:pt x="13275311" y="1767840"/>
                  </a:cubicBezTo>
                  <a:cubicBezTo>
                    <a:pt x="13274039" y="1767840"/>
                    <a:pt x="13275311" y="1767840"/>
                    <a:pt x="13274039" y="1767840"/>
                  </a:cubicBezTo>
                  <a:cubicBezTo>
                    <a:pt x="13274039" y="1767840"/>
                    <a:pt x="13260070" y="1772920"/>
                    <a:pt x="13260070" y="1772920"/>
                  </a:cubicBezTo>
                  <a:cubicBezTo>
                    <a:pt x="13260070" y="1772920"/>
                    <a:pt x="13249911" y="1772920"/>
                    <a:pt x="13244830" y="1774190"/>
                  </a:cubicBezTo>
                  <a:cubicBezTo>
                    <a:pt x="13239750" y="1774190"/>
                    <a:pt x="13230861" y="1774190"/>
                    <a:pt x="13229589" y="1774190"/>
                  </a:cubicBezTo>
                  <a:cubicBezTo>
                    <a:pt x="13229589" y="1774190"/>
                    <a:pt x="13220700" y="1772920"/>
                    <a:pt x="13215620" y="1771650"/>
                  </a:cubicBezTo>
                  <a:cubicBezTo>
                    <a:pt x="13210539" y="1771650"/>
                    <a:pt x="13200380" y="1769110"/>
                    <a:pt x="13200380" y="1769110"/>
                  </a:cubicBezTo>
                  <a:cubicBezTo>
                    <a:pt x="13200380" y="1769110"/>
                    <a:pt x="13191489" y="1765300"/>
                    <a:pt x="13186411" y="1762760"/>
                  </a:cubicBezTo>
                  <a:cubicBezTo>
                    <a:pt x="13181330" y="1761490"/>
                    <a:pt x="13172439" y="1757680"/>
                    <a:pt x="13172439" y="1757680"/>
                  </a:cubicBezTo>
                  <a:cubicBezTo>
                    <a:pt x="13172439" y="1756410"/>
                    <a:pt x="12934950" y="1725930"/>
                    <a:pt x="12918440" y="1737360"/>
                  </a:cubicBezTo>
                  <a:cubicBezTo>
                    <a:pt x="12914630" y="1738630"/>
                    <a:pt x="12915900" y="1742440"/>
                    <a:pt x="12914630" y="1744980"/>
                  </a:cubicBezTo>
                  <a:cubicBezTo>
                    <a:pt x="12914630" y="1746250"/>
                    <a:pt x="12914630" y="1746250"/>
                    <a:pt x="12915900" y="1747520"/>
                  </a:cubicBezTo>
                  <a:cubicBezTo>
                    <a:pt x="12915900" y="1750060"/>
                    <a:pt x="12915900" y="1762760"/>
                    <a:pt x="12915900" y="1762760"/>
                  </a:cubicBezTo>
                  <a:cubicBezTo>
                    <a:pt x="12915900" y="1762760"/>
                    <a:pt x="12914630" y="1772920"/>
                    <a:pt x="12913360" y="1778000"/>
                  </a:cubicBezTo>
                  <a:cubicBezTo>
                    <a:pt x="12912090" y="1781810"/>
                    <a:pt x="12910820" y="1791970"/>
                    <a:pt x="12910820" y="1791970"/>
                  </a:cubicBezTo>
                  <a:cubicBezTo>
                    <a:pt x="12910820" y="1791970"/>
                    <a:pt x="12907010" y="1802130"/>
                    <a:pt x="12904470" y="1805940"/>
                  </a:cubicBezTo>
                  <a:cubicBezTo>
                    <a:pt x="12901930" y="1811020"/>
                    <a:pt x="12898120" y="1819910"/>
                    <a:pt x="12898120" y="1819910"/>
                  </a:cubicBezTo>
                  <a:cubicBezTo>
                    <a:pt x="12898120" y="1819910"/>
                    <a:pt x="12891770" y="1827530"/>
                    <a:pt x="12889230" y="1832610"/>
                  </a:cubicBezTo>
                  <a:cubicBezTo>
                    <a:pt x="12885420" y="1836420"/>
                    <a:pt x="12879070" y="1844040"/>
                    <a:pt x="12879070" y="1844040"/>
                  </a:cubicBezTo>
                  <a:cubicBezTo>
                    <a:pt x="12879070" y="1844040"/>
                    <a:pt x="12871450" y="1850390"/>
                    <a:pt x="12867640" y="1852930"/>
                  </a:cubicBezTo>
                  <a:cubicBezTo>
                    <a:pt x="12863830" y="1856740"/>
                    <a:pt x="12854940" y="1863090"/>
                    <a:pt x="12854940" y="1863090"/>
                  </a:cubicBezTo>
                  <a:cubicBezTo>
                    <a:pt x="12854940" y="1863090"/>
                    <a:pt x="12846050" y="1866900"/>
                    <a:pt x="12840970" y="1869440"/>
                  </a:cubicBezTo>
                  <a:cubicBezTo>
                    <a:pt x="12837160" y="1870710"/>
                    <a:pt x="12828270" y="1875790"/>
                    <a:pt x="12827000" y="1875790"/>
                  </a:cubicBezTo>
                  <a:cubicBezTo>
                    <a:pt x="12827000" y="1875790"/>
                    <a:pt x="12818110" y="1877060"/>
                    <a:pt x="12813030" y="1878330"/>
                  </a:cubicBezTo>
                  <a:cubicBezTo>
                    <a:pt x="12807950" y="1879600"/>
                    <a:pt x="12797790" y="1880870"/>
                    <a:pt x="12797790" y="1880870"/>
                  </a:cubicBezTo>
                  <a:cubicBezTo>
                    <a:pt x="12797790" y="1880870"/>
                    <a:pt x="12787630" y="1879600"/>
                    <a:pt x="12782550" y="1879600"/>
                  </a:cubicBezTo>
                  <a:cubicBezTo>
                    <a:pt x="12777470" y="1879600"/>
                    <a:pt x="12767310" y="1879600"/>
                    <a:pt x="12767310" y="1879600"/>
                  </a:cubicBezTo>
                  <a:cubicBezTo>
                    <a:pt x="12767310" y="1878330"/>
                    <a:pt x="12757150" y="1875790"/>
                    <a:pt x="12752070" y="1874520"/>
                  </a:cubicBezTo>
                  <a:cubicBezTo>
                    <a:pt x="12748260" y="1873250"/>
                    <a:pt x="12738100" y="1869440"/>
                    <a:pt x="12738100" y="1869440"/>
                  </a:cubicBezTo>
                  <a:cubicBezTo>
                    <a:pt x="12738100" y="1869440"/>
                    <a:pt x="12729210" y="1864360"/>
                    <a:pt x="12725400" y="1861820"/>
                  </a:cubicBezTo>
                  <a:cubicBezTo>
                    <a:pt x="12720320" y="1859280"/>
                    <a:pt x="12712700" y="1854200"/>
                    <a:pt x="12711430" y="1854200"/>
                  </a:cubicBezTo>
                  <a:cubicBezTo>
                    <a:pt x="12711430" y="1854200"/>
                    <a:pt x="12663170" y="1835150"/>
                    <a:pt x="12656820" y="1842770"/>
                  </a:cubicBezTo>
                  <a:cubicBezTo>
                    <a:pt x="12644120" y="1860550"/>
                    <a:pt x="12731750" y="2000250"/>
                    <a:pt x="12776200" y="2052320"/>
                  </a:cubicBezTo>
                  <a:cubicBezTo>
                    <a:pt x="12810490" y="2094230"/>
                    <a:pt x="12853670" y="2110740"/>
                    <a:pt x="12890500" y="2146300"/>
                  </a:cubicBezTo>
                  <a:cubicBezTo>
                    <a:pt x="12932410" y="2188210"/>
                    <a:pt x="12983211" y="2232660"/>
                    <a:pt x="13012420" y="2292350"/>
                  </a:cubicBezTo>
                  <a:cubicBezTo>
                    <a:pt x="13045439" y="2360930"/>
                    <a:pt x="13082270" y="2477770"/>
                    <a:pt x="13064489" y="2545080"/>
                  </a:cubicBezTo>
                  <a:cubicBezTo>
                    <a:pt x="13049250" y="2598420"/>
                    <a:pt x="12995911" y="2640330"/>
                    <a:pt x="12951460" y="2672080"/>
                  </a:cubicBezTo>
                  <a:cubicBezTo>
                    <a:pt x="12907010" y="2702560"/>
                    <a:pt x="12828270" y="2726690"/>
                    <a:pt x="12795250" y="2731770"/>
                  </a:cubicBezTo>
                  <a:cubicBezTo>
                    <a:pt x="12778740" y="2734310"/>
                    <a:pt x="12764770" y="2722880"/>
                    <a:pt x="12759690" y="2730500"/>
                  </a:cubicBezTo>
                  <a:cubicBezTo>
                    <a:pt x="12746990" y="2747010"/>
                    <a:pt x="12819380" y="2840990"/>
                    <a:pt x="12818110" y="2901950"/>
                  </a:cubicBezTo>
                  <a:cubicBezTo>
                    <a:pt x="12816840" y="2971800"/>
                    <a:pt x="12786360" y="3075940"/>
                    <a:pt x="12730480" y="3126740"/>
                  </a:cubicBezTo>
                  <a:cubicBezTo>
                    <a:pt x="12666980" y="3183890"/>
                    <a:pt x="12546330" y="3204210"/>
                    <a:pt x="12442190" y="3210560"/>
                  </a:cubicBezTo>
                  <a:cubicBezTo>
                    <a:pt x="12324080" y="3216910"/>
                    <a:pt x="12195810" y="3186430"/>
                    <a:pt x="12056110" y="3140710"/>
                  </a:cubicBezTo>
                  <a:cubicBezTo>
                    <a:pt x="11870690" y="3081020"/>
                    <a:pt x="11456670" y="2842260"/>
                    <a:pt x="11438890" y="2840990"/>
                  </a:cubicBezTo>
                  <a:cubicBezTo>
                    <a:pt x="11438890" y="2840990"/>
                    <a:pt x="11438890" y="2840990"/>
                    <a:pt x="11437620" y="2840990"/>
                  </a:cubicBezTo>
                  <a:cubicBezTo>
                    <a:pt x="11437620" y="2840990"/>
                    <a:pt x="11428730" y="2842260"/>
                    <a:pt x="11423650" y="2842260"/>
                  </a:cubicBezTo>
                  <a:cubicBezTo>
                    <a:pt x="11418570" y="2842260"/>
                    <a:pt x="11408410" y="2843530"/>
                    <a:pt x="11408410" y="2843530"/>
                  </a:cubicBezTo>
                  <a:cubicBezTo>
                    <a:pt x="11408410" y="2843530"/>
                    <a:pt x="11398250" y="2842260"/>
                    <a:pt x="11393170" y="2840990"/>
                  </a:cubicBezTo>
                  <a:cubicBezTo>
                    <a:pt x="11389360" y="2839720"/>
                    <a:pt x="11379200" y="2838450"/>
                    <a:pt x="11379200" y="2838450"/>
                  </a:cubicBezTo>
                  <a:cubicBezTo>
                    <a:pt x="11379200" y="2838450"/>
                    <a:pt x="11370310" y="2834640"/>
                    <a:pt x="11365230" y="2832100"/>
                  </a:cubicBezTo>
                  <a:cubicBezTo>
                    <a:pt x="11360150" y="2830830"/>
                    <a:pt x="11351260" y="2827020"/>
                    <a:pt x="11351260" y="2827020"/>
                  </a:cubicBezTo>
                  <a:cubicBezTo>
                    <a:pt x="11351260" y="2827020"/>
                    <a:pt x="11343640" y="2820670"/>
                    <a:pt x="11339830" y="2818130"/>
                  </a:cubicBezTo>
                  <a:cubicBezTo>
                    <a:pt x="11336020" y="2814320"/>
                    <a:pt x="11328400" y="2809240"/>
                    <a:pt x="11328400" y="2807970"/>
                  </a:cubicBezTo>
                  <a:cubicBezTo>
                    <a:pt x="11327130" y="2807970"/>
                    <a:pt x="11324590" y="2806700"/>
                    <a:pt x="11322050" y="2805430"/>
                  </a:cubicBezTo>
                  <a:cubicBezTo>
                    <a:pt x="11315700" y="2801620"/>
                    <a:pt x="11292840" y="2785110"/>
                    <a:pt x="11283950" y="2790190"/>
                  </a:cubicBezTo>
                  <a:cubicBezTo>
                    <a:pt x="11272520" y="2796540"/>
                    <a:pt x="11287760" y="2853690"/>
                    <a:pt x="11267440" y="2866390"/>
                  </a:cubicBezTo>
                  <a:cubicBezTo>
                    <a:pt x="11236960" y="2889250"/>
                    <a:pt x="11070590" y="2843530"/>
                    <a:pt x="11070590" y="2843530"/>
                  </a:cubicBezTo>
                  <a:moveTo>
                    <a:pt x="11367770" y="2025650"/>
                  </a:moveTo>
                  <a:cubicBezTo>
                    <a:pt x="11372850" y="2032000"/>
                    <a:pt x="11423650" y="2056130"/>
                    <a:pt x="11466830" y="2076450"/>
                  </a:cubicBezTo>
                  <a:cubicBezTo>
                    <a:pt x="11541760" y="2113280"/>
                    <a:pt x="11737340" y="2200910"/>
                    <a:pt x="11781790" y="2219960"/>
                  </a:cubicBezTo>
                  <a:cubicBezTo>
                    <a:pt x="11794490" y="2225040"/>
                    <a:pt x="11802110" y="2231390"/>
                    <a:pt x="11804650" y="2228850"/>
                  </a:cubicBezTo>
                  <a:cubicBezTo>
                    <a:pt x="11809730" y="2223770"/>
                    <a:pt x="11776710" y="2169160"/>
                    <a:pt x="11762740" y="2150110"/>
                  </a:cubicBezTo>
                  <a:cubicBezTo>
                    <a:pt x="11752580" y="2136140"/>
                    <a:pt x="11744960" y="2124710"/>
                    <a:pt x="11734800" y="2117090"/>
                  </a:cubicBezTo>
                  <a:cubicBezTo>
                    <a:pt x="11727180" y="2110740"/>
                    <a:pt x="11722100" y="2109470"/>
                    <a:pt x="11711940" y="2104390"/>
                  </a:cubicBezTo>
                  <a:cubicBezTo>
                    <a:pt x="11687810" y="2090420"/>
                    <a:pt x="11614150" y="2044700"/>
                    <a:pt x="11600180" y="2044700"/>
                  </a:cubicBezTo>
                  <a:cubicBezTo>
                    <a:pt x="11596370" y="2044700"/>
                    <a:pt x="11592560" y="2047240"/>
                    <a:pt x="11592560" y="2047240"/>
                  </a:cubicBezTo>
                  <a:cubicBezTo>
                    <a:pt x="11592560" y="2048510"/>
                    <a:pt x="11583670" y="2049780"/>
                    <a:pt x="11578590" y="2051050"/>
                  </a:cubicBezTo>
                  <a:cubicBezTo>
                    <a:pt x="11573510" y="2052320"/>
                    <a:pt x="11564620" y="2053590"/>
                    <a:pt x="11563350" y="2053590"/>
                  </a:cubicBezTo>
                  <a:cubicBezTo>
                    <a:pt x="11563350" y="2053590"/>
                    <a:pt x="11554460" y="2053590"/>
                    <a:pt x="11549380" y="2053590"/>
                  </a:cubicBezTo>
                  <a:cubicBezTo>
                    <a:pt x="11544300" y="2053590"/>
                    <a:pt x="11534140" y="2052320"/>
                    <a:pt x="11534140" y="2052320"/>
                  </a:cubicBezTo>
                  <a:cubicBezTo>
                    <a:pt x="11534140" y="2052320"/>
                    <a:pt x="11525250" y="2049780"/>
                    <a:pt x="11520170" y="2048510"/>
                  </a:cubicBezTo>
                  <a:cubicBezTo>
                    <a:pt x="11515090" y="2047240"/>
                    <a:pt x="11506200" y="2044700"/>
                    <a:pt x="11506200" y="2044700"/>
                  </a:cubicBezTo>
                  <a:cubicBezTo>
                    <a:pt x="11504930" y="2044700"/>
                    <a:pt x="11367770" y="2025650"/>
                    <a:pt x="11367770" y="2025650"/>
                  </a:cubicBezTo>
                  <a:moveTo>
                    <a:pt x="11799570" y="546100"/>
                  </a:moveTo>
                  <a:cubicBezTo>
                    <a:pt x="12147550" y="668020"/>
                    <a:pt x="12192000" y="702310"/>
                    <a:pt x="12228830" y="699770"/>
                  </a:cubicBezTo>
                  <a:cubicBezTo>
                    <a:pt x="12255500" y="697230"/>
                    <a:pt x="12282170" y="665480"/>
                    <a:pt x="12294870" y="661670"/>
                  </a:cubicBezTo>
                  <a:cubicBezTo>
                    <a:pt x="12299950" y="660400"/>
                    <a:pt x="12305030" y="662940"/>
                    <a:pt x="12305030" y="661670"/>
                  </a:cubicBezTo>
                  <a:cubicBezTo>
                    <a:pt x="12305030" y="659130"/>
                    <a:pt x="12240260" y="637540"/>
                    <a:pt x="12189460" y="623570"/>
                  </a:cubicBezTo>
                  <a:cubicBezTo>
                    <a:pt x="12099290" y="599440"/>
                    <a:pt x="11799570" y="546100"/>
                    <a:pt x="11799570" y="546100"/>
                  </a:cubicBezTo>
                  <a:moveTo>
                    <a:pt x="11898630" y="2797810"/>
                  </a:moveTo>
                  <a:cubicBezTo>
                    <a:pt x="12192000" y="2928620"/>
                    <a:pt x="12362180" y="2973070"/>
                    <a:pt x="12404090" y="2960370"/>
                  </a:cubicBezTo>
                  <a:cubicBezTo>
                    <a:pt x="12416790" y="2955290"/>
                    <a:pt x="12428220" y="2941320"/>
                    <a:pt x="12425680" y="2937510"/>
                  </a:cubicBezTo>
                  <a:cubicBezTo>
                    <a:pt x="12423140" y="2929890"/>
                    <a:pt x="12369800" y="2948940"/>
                    <a:pt x="12329160" y="2945130"/>
                  </a:cubicBezTo>
                  <a:cubicBezTo>
                    <a:pt x="12258040" y="2936240"/>
                    <a:pt x="12099290" y="2879090"/>
                    <a:pt x="12039600" y="2852420"/>
                  </a:cubicBezTo>
                  <a:cubicBezTo>
                    <a:pt x="12011660" y="2838450"/>
                    <a:pt x="12002770" y="2823210"/>
                    <a:pt x="11979910" y="2814320"/>
                  </a:cubicBezTo>
                  <a:cubicBezTo>
                    <a:pt x="11955780" y="2805430"/>
                    <a:pt x="11898630" y="2797810"/>
                    <a:pt x="11898630" y="2797810"/>
                  </a:cubicBezTo>
                  <a:moveTo>
                    <a:pt x="12094210" y="2345690"/>
                  </a:moveTo>
                  <a:cubicBezTo>
                    <a:pt x="12138660" y="2362200"/>
                    <a:pt x="12146280" y="2364740"/>
                    <a:pt x="12150090" y="2364740"/>
                  </a:cubicBezTo>
                  <a:cubicBezTo>
                    <a:pt x="12151360" y="2363470"/>
                    <a:pt x="12153900" y="2363470"/>
                    <a:pt x="12153900" y="2362200"/>
                  </a:cubicBezTo>
                  <a:cubicBezTo>
                    <a:pt x="12153900" y="2357120"/>
                    <a:pt x="12101830" y="2321560"/>
                    <a:pt x="12094210" y="2325370"/>
                  </a:cubicBezTo>
                  <a:cubicBezTo>
                    <a:pt x="12091670" y="2327910"/>
                    <a:pt x="12094210" y="2345690"/>
                    <a:pt x="12094210" y="2345690"/>
                  </a:cubicBezTo>
                  <a:moveTo>
                    <a:pt x="12400280" y="2104390"/>
                  </a:moveTo>
                  <a:cubicBezTo>
                    <a:pt x="12414250" y="2147570"/>
                    <a:pt x="12467590" y="2186940"/>
                    <a:pt x="12500610" y="2225040"/>
                  </a:cubicBezTo>
                  <a:cubicBezTo>
                    <a:pt x="12539980" y="2270760"/>
                    <a:pt x="12608560" y="2387600"/>
                    <a:pt x="12622530" y="2381250"/>
                  </a:cubicBezTo>
                  <a:cubicBezTo>
                    <a:pt x="12631420" y="2378710"/>
                    <a:pt x="12630150" y="2325370"/>
                    <a:pt x="12613640" y="2293620"/>
                  </a:cubicBezTo>
                  <a:cubicBezTo>
                    <a:pt x="12585700" y="2237740"/>
                    <a:pt x="12400280" y="2104390"/>
                    <a:pt x="12400280" y="2104390"/>
                  </a:cubicBezTo>
                  <a:moveTo>
                    <a:pt x="12533630" y="1126490"/>
                  </a:moveTo>
                  <a:cubicBezTo>
                    <a:pt x="12672060" y="1189990"/>
                    <a:pt x="12692380" y="1206500"/>
                    <a:pt x="12713970" y="1212850"/>
                  </a:cubicBezTo>
                  <a:cubicBezTo>
                    <a:pt x="12733020" y="1219200"/>
                    <a:pt x="12744450" y="1215390"/>
                    <a:pt x="12771120" y="1217930"/>
                  </a:cubicBezTo>
                  <a:cubicBezTo>
                    <a:pt x="12837160" y="1221740"/>
                    <a:pt x="13108939" y="1259840"/>
                    <a:pt x="13121639" y="1231900"/>
                  </a:cubicBezTo>
                  <a:cubicBezTo>
                    <a:pt x="13127989" y="1216660"/>
                    <a:pt x="13063220" y="1178560"/>
                    <a:pt x="13044170" y="1155700"/>
                  </a:cubicBezTo>
                  <a:cubicBezTo>
                    <a:pt x="13030200" y="1139190"/>
                    <a:pt x="13030200" y="1116330"/>
                    <a:pt x="13012420" y="1111250"/>
                  </a:cubicBezTo>
                  <a:cubicBezTo>
                    <a:pt x="12983211" y="1102360"/>
                    <a:pt x="12919710" y="1163320"/>
                    <a:pt x="12863830" y="1172210"/>
                  </a:cubicBezTo>
                  <a:cubicBezTo>
                    <a:pt x="12795250" y="1182370"/>
                    <a:pt x="12689840" y="1160780"/>
                    <a:pt x="12628880" y="1150620"/>
                  </a:cubicBezTo>
                  <a:cubicBezTo>
                    <a:pt x="12589510" y="1144270"/>
                    <a:pt x="12533630" y="1126490"/>
                    <a:pt x="12533630" y="1126490"/>
                  </a:cubicBezTo>
                  <a:moveTo>
                    <a:pt x="13258800" y="1501140"/>
                  </a:moveTo>
                  <a:cubicBezTo>
                    <a:pt x="13502639" y="1568450"/>
                    <a:pt x="13404850" y="1474470"/>
                    <a:pt x="13360400" y="1466850"/>
                  </a:cubicBezTo>
                  <a:cubicBezTo>
                    <a:pt x="13326111" y="1460500"/>
                    <a:pt x="13258800" y="1501140"/>
                    <a:pt x="13258800" y="1501140"/>
                  </a:cubicBezTo>
                  <a:moveTo>
                    <a:pt x="13601700" y="1324610"/>
                  </a:moveTo>
                  <a:cubicBezTo>
                    <a:pt x="13854430" y="1537970"/>
                    <a:pt x="13963650" y="1643380"/>
                    <a:pt x="14039850" y="1670050"/>
                  </a:cubicBezTo>
                  <a:cubicBezTo>
                    <a:pt x="14086839" y="1686560"/>
                    <a:pt x="14159230" y="1689100"/>
                    <a:pt x="14166850" y="1677670"/>
                  </a:cubicBezTo>
                  <a:cubicBezTo>
                    <a:pt x="14171930" y="1671320"/>
                    <a:pt x="14159230" y="1658620"/>
                    <a:pt x="14152880" y="1648460"/>
                  </a:cubicBezTo>
                  <a:cubicBezTo>
                    <a:pt x="14145261" y="1635760"/>
                    <a:pt x="14136370" y="1624330"/>
                    <a:pt x="14123670" y="1609090"/>
                  </a:cubicBezTo>
                  <a:cubicBezTo>
                    <a:pt x="14100811" y="1582420"/>
                    <a:pt x="14071600" y="1546860"/>
                    <a:pt x="14025880" y="1507490"/>
                  </a:cubicBezTo>
                  <a:cubicBezTo>
                    <a:pt x="13942061" y="1432560"/>
                    <a:pt x="13700761" y="1201420"/>
                    <a:pt x="13646150" y="1219200"/>
                  </a:cubicBezTo>
                  <a:cubicBezTo>
                    <a:pt x="13622020" y="1226820"/>
                    <a:pt x="13628370" y="1297940"/>
                    <a:pt x="13616939" y="1313180"/>
                  </a:cubicBezTo>
                  <a:cubicBezTo>
                    <a:pt x="13611861" y="1319530"/>
                    <a:pt x="13601700" y="1324610"/>
                    <a:pt x="13601700" y="13246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15037" y="2309092"/>
            <a:ext cx="11826123" cy="276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0"/>
              </a:lnSpc>
            </a:pPr>
            <a:r>
              <a:rPr lang="en-US" sz="16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35734" y="4772975"/>
            <a:ext cx="1372295" cy="276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0"/>
              </a:lnSpc>
              <a:spcBef>
                <a:spcPct val="0"/>
              </a:spcBef>
            </a:pPr>
            <a:r>
              <a:rPr lang="en-US" b="true" sz="16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&amp;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3339" y="6993487"/>
            <a:ext cx="11750352" cy="276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0"/>
              </a:lnSpc>
              <a:spcBef>
                <a:spcPct val="0"/>
              </a:spcBef>
            </a:pPr>
            <a:r>
              <a:rPr lang="en-US" b="true" sz="16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Discussion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35134" y="9458557"/>
            <a:ext cx="10838557" cy="276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820305" y="11868382"/>
            <a:ext cx="18868216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ready to dive deeper into the MuleGuard-AI architecture and our graph-based detection models.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DAHCo12K7ws</dc:identifier>
  <dcterms:modified xsi:type="dcterms:W3CDTF">2011-08-01T06:04:30Z</dcterms:modified>
  <cp:revision>1</cp:revision>
  <dc:title>ANY QUE</dc:title>
</cp:coreProperties>
</file>